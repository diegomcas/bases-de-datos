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1" r:id="rId16"/>
    <p:sldId id="290" r:id="rId17"/>
    <p:sldId id="293" r:id="rId18"/>
    <p:sldId id="292" r:id="rId1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CCE81-9F62-4269-AE61-42C39BB4E73C}" v="54" dt="2026-06-05T17:17:33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63559" autoAdjust="0"/>
  </p:normalViewPr>
  <p:slideViewPr>
    <p:cSldViewPr snapToGrid="0">
      <p:cViewPr varScale="1">
        <p:scale>
          <a:sx n="45" d="100"/>
          <a:sy n="45" d="100"/>
        </p:scale>
        <p:origin x="1854" y="6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Cass" userId="78b1f702ed5b9641" providerId="LiveId" clId="{31830BD7-D5DB-4C59-B90C-444D23BC72A4}"/>
    <pc:docChg chg="undo custSel addSld delSld modSld sldOrd">
      <pc:chgData name="Diego Cass" userId="78b1f702ed5b9641" providerId="LiveId" clId="{31830BD7-D5DB-4C59-B90C-444D23BC72A4}" dt="2026-06-05T20:47:19.455" v="1154" actId="20577"/>
      <pc:docMkLst>
        <pc:docMk/>
      </pc:docMkLst>
      <pc:sldChg chg="modSp mod modNotesTx">
        <pc:chgData name="Diego Cass" userId="78b1f702ed5b9641" providerId="LiveId" clId="{31830BD7-D5DB-4C59-B90C-444D23BC72A4}" dt="2026-06-05T20:47:19.455" v="1154" actId="20577"/>
        <pc:sldMkLst>
          <pc:docMk/>
          <pc:sldMk cId="3477461280" sldId="256"/>
        </pc:sldMkLst>
        <pc:spChg chg="mod">
          <ac:chgData name="Diego Cass" userId="78b1f702ed5b9641" providerId="LiveId" clId="{31830BD7-D5DB-4C59-B90C-444D23BC72A4}" dt="2026-06-05T14:50:37.753" v="123" actId="255"/>
          <ac:spMkLst>
            <pc:docMk/>
            <pc:sldMk cId="3477461280" sldId="256"/>
            <ac:spMk id="2" creationId="{1218CDAB-44BA-A10B-9462-435219F53375}"/>
          </ac:spMkLst>
        </pc:spChg>
      </pc:sldChg>
      <pc:sldChg chg="modSp mod modNotesTx">
        <pc:chgData name="Diego Cass" userId="78b1f702ed5b9641" providerId="LiveId" clId="{31830BD7-D5DB-4C59-B90C-444D23BC72A4}" dt="2026-06-05T16:09:04.609" v="565" actId="20577"/>
        <pc:sldMkLst>
          <pc:docMk/>
          <pc:sldMk cId="2620780405" sldId="257"/>
        </pc:sldMkLst>
        <pc:spChg chg="mod">
          <ac:chgData name="Diego Cass" userId="78b1f702ed5b9641" providerId="LiveId" clId="{31830BD7-D5DB-4C59-B90C-444D23BC72A4}" dt="2026-06-05T16:09:04.609" v="565" actId="20577"/>
          <ac:spMkLst>
            <pc:docMk/>
            <pc:sldMk cId="2620780405" sldId="257"/>
            <ac:spMk id="5" creationId="{1DF52B42-E9CE-1CF6-878F-95955CCD087A}"/>
          </ac:spMkLst>
        </pc:spChg>
        <pc:spChg chg="mod">
          <ac:chgData name="Diego Cass" userId="78b1f702ed5b9641" providerId="LiveId" clId="{31830BD7-D5DB-4C59-B90C-444D23BC72A4}" dt="2026-06-05T14:42:50.440" v="15" actId="14100"/>
          <ac:spMkLst>
            <pc:docMk/>
            <pc:sldMk cId="2620780405" sldId="257"/>
            <ac:spMk id="6" creationId="{C0A6236C-72BB-10CC-7CA9-8CB551A50841}"/>
          </ac:spMkLst>
        </pc:spChg>
      </pc:sldChg>
      <pc:sldChg chg="modSp mod">
        <pc:chgData name="Diego Cass" userId="78b1f702ed5b9641" providerId="LiveId" clId="{31830BD7-D5DB-4C59-B90C-444D23BC72A4}" dt="2026-06-05T14:54:00.172" v="166" actId="20577"/>
        <pc:sldMkLst>
          <pc:docMk/>
          <pc:sldMk cId="2581630147" sldId="259"/>
        </pc:sldMkLst>
        <pc:spChg chg="mod">
          <ac:chgData name="Diego Cass" userId="78b1f702ed5b9641" providerId="LiveId" clId="{31830BD7-D5DB-4C59-B90C-444D23BC72A4}" dt="2026-06-05T14:54:00.172" v="166" actId="20577"/>
          <ac:spMkLst>
            <pc:docMk/>
            <pc:sldMk cId="2581630147" sldId="259"/>
            <ac:spMk id="3" creationId="{C349199E-C562-BB47-9DCD-A6E6FF1F675B}"/>
          </ac:spMkLst>
        </pc:spChg>
        <pc:spChg chg="mod">
          <ac:chgData name="Diego Cass" userId="78b1f702ed5b9641" providerId="LiveId" clId="{31830BD7-D5DB-4C59-B90C-444D23BC72A4}" dt="2026-06-05T14:51:58.702" v="137" actId="20577"/>
          <ac:spMkLst>
            <pc:docMk/>
            <pc:sldMk cId="2581630147" sldId="259"/>
            <ac:spMk id="6" creationId="{E34A95D0-1CAA-2E0C-B0E1-66501017F4DC}"/>
          </ac:spMkLst>
        </pc:spChg>
      </pc:sldChg>
      <pc:sldChg chg="del">
        <pc:chgData name="Diego Cass" userId="78b1f702ed5b9641" providerId="LiveId" clId="{31830BD7-D5DB-4C59-B90C-444D23BC72A4}" dt="2026-06-05T15:09:55.611" v="234" actId="2696"/>
        <pc:sldMkLst>
          <pc:docMk/>
          <pc:sldMk cId="1863070878" sldId="261"/>
        </pc:sldMkLst>
      </pc:sldChg>
      <pc:sldChg chg="modSp del mod">
        <pc:chgData name="Diego Cass" userId="78b1f702ed5b9641" providerId="LiveId" clId="{31830BD7-D5DB-4C59-B90C-444D23BC72A4}" dt="2026-06-05T14:51:06.809" v="124" actId="2696"/>
        <pc:sldMkLst>
          <pc:docMk/>
          <pc:sldMk cId="1780681661" sldId="275"/>
        </pc:sldMkLst>
        <pc:spChg chg="mod">
          <ac:chgData name="Diego Cass" userId="78b1f702ed5b9641" providerId="LiveId" clId="{31830BD7-D5DB-4C59-B90C-444D23BC72A4}" dt="2026-06-05T14:50:37.155" v="122" actId="20577"/>
          <ac:spMkLst>
            <pc:docMk/>
            <pc:sldMk cId="1780681661" sldId="275"/>
            <ac:spMk id="2" creationId="{00D78303-FF9A-BBEC-B05F-6D12BC5DC635}"/>
          </ac:spMkLst>
        </pc:spChg>
      </pc:sldChg>
      <pc:sldChg chg="del">
        <pc:chgData name="Diego Cass" userId="78b1f702ed5b9641" providerId="LiveId" clId="{31830BD7-D5DB-4C59-B90C-444D23BC72A4}" dt="2026-06-05T15:09:55.611" v="234" actId="2696"/>
        <pc:sldMkLst>
          <pc:docMk/>
          <pc:sldMk cId="3672737083" sldId="276"/>
        </pc:sldMkLst>
      </pc:sldChg>
      <pc:sldChg chg="del">
        <pc:chgData name="Diego Cass" userId="78b1f702ed5b9641" providerId="LiveId" clId="{31830BD7-D5DB-4C59-B90C-444D23BC72A4}" dt="2026-06-05T15:09:55.611" v="234" actId="2696"/>
        <pc:sldMkLst>
          <pc:docMk/>
          <pc:sldMk cId="3881814325" sldId="277"/>
        </pc:sldMkLst>
      </pc:sldChg>
      <pc:sldChg chg="del">
        <pc:chgData name="Diego Cass" userId="78b1f702ed5b9641" providerId="LiveId" clId="{31830BD7-D5DB-4C59-B90C-444D23BC72A4}" dt="2026-06-05T15:09:55.611" v="234" actId="2696"/>
        <pc:sldMkLst>
          <pc:docMk/>
          <pc:sldMk cId="3227882504" sldId="278"/>
        </pc:sldMkLst>
      </pc:sldChg>
      <pc:sldChg chg="del">
        <pc:chgData name="Diego Cass" userId="78b1f702ed5b9641" providerId="LiveId" clId="{31830BD7-D5DB-4C59-B90C-444D23BC72A4}" dt="2026-06-05T15:09:55.611" v="234" actId="2696"/>
        <pc:sldMkLst>
          <pc:docMk/>
          <pc:sldMk cId="1507771445" sldId="279"/>
        </pc:sldMkLst>
      </pc:sldChg>
      <pc:sldChg chg="modSp add mod">
        <pc:chgData name="Diego Cass" userId="78b1f702ed5b9641" providerId="LiveId" clId="{31830BD7-D5DB-4C59-B90C-444D23BC72A4}" dt="2026-06-05T14:56:00.168" v="185" actId="20577"/>
        <pc:sldMkLst>
          <pc:docMk/>
          <pc:sldMk cId="1679751027" sldId="280"/>
        </pc:sldMkLst>
        <pc:spChg chg="mod">
          <ac:chgData name="Diego Cass" userId="78b1f702ed5b9641" providerId="LiveId" clId="{31830BD7-D5DB-4C59-B90C-444D23BC72A4}" dt="2026-06-05T14:56:00.168" v="185" actId="20577"/>
          <ac:spMkLst>
            <pc:docMk/>
            <pc:sldMk cId="1679751027" sldId="280"/>
            <ac:spMk id="3" creationId="{289CE684-D05A-ABE3-4CEF-B14435018B2B}"/>
          </ac:spMkLst>
        </pc:spChg>
        <pc:spChg chg="mod">
          <ac:chgData name="Diego Cass" userId="78b1f702ed5b9641" providerId="LiveId" clId="{31830BD7-D5DB-4C59-B90C-444D23BC72A4}" dt="2026-06-05T14:55:15.559" v="172" actId="20577"/>
          <ac:spMkLst>
            <pc:docMk/>
            <pc:sldMk cId="1679751027" sldId="280"/>
            <ac:spMk id="6" creationId="{51D1BD0E-2870-1C02-78E5-72D090872BB2}"/>
          </ac:spMkLst>
        </pc:spChg>
      </pc:sldChg>
      <pc:sldChg chg="modSp add mod">
        <pc:chgData name="Diego Cass" userId="78b1f702ed5b9641" providerId="LiveId" clId="{31830BD7-D5DB-4C59-B90C-444D23BC72A4}" dt="2026-06-05T14:59:08.037" v="201" actId="20577"/>
        <pc:sldMkLst>
          <pc:docMk/>
          <pc:sldMk cId="3855875155" sldId="281"/>
        </pc:sldMkLst>
        <pc:spChg chg="mod">
          <ac:chgData name="Diego Cass" userId="78b1f702ed5b9641" providerId="LiveId" clId="{31830BD7-D5DB-4C59-B90C-444D23BC72A4}" dt="2026-06-05T14:58:34.935" v="193" actId="20577"/>
          <ac:spMkLst>
            <pc:docMk/>
            <pc:sldMk cId="3855875155" sldId="281"/>
            <ac:spMk id="3" creationId="{33B0D186-8E53-6363-7F24-0F3F251EBF2A}"/>
          </ac:spMkLst>
        </pc:spChg>
        <pc:spChg chg="mod">
          <ac:chgData name="Diego Cass" userId="78b1f702ed5b9641" providerId="LiveId" clId="{31830BD7-D5DB-4C59-B90C-444D23BC72A4}" dt="2026-06-05T14:59:08.037" v="201" actId="20577"/>
          <ac:spMkLst>
            <pc:docMk/>
            <pc:sldMk cId="3855875155" sldId="281"/>
            <ac:spMk id="6" creationId="{B616DF95-2697-3FB2-0016-C56E0DD1BB69}"/>
          </ac:spMkLst>
        </pc:spChg>
      </pc:sldChg>
      <pc:sldChg chg="modSp add mod">
        <pc:chgData name="Diego Cass" userId="78b1f702ed5b9641" providerId="LiveId" clId="{31830BD7-D5DB-4C59-B90C-444D23BC72A4}" dt="2026-06-05T15:01:42.876" v="218" actId="20577"/>
        <pc:sldMkLst>
          <pc:docMk/>
          <pc:sldMk cId="448229374" sldId="282"/>
        </pc:sldMkLst>
        <pc:spChg chg="mod">
          <ac:chgData name="Diego Cass" userId="78b1f702ed5b9641" providerId="LiveId" clId="{31830BD7-D5DB-4C59-B90C-444D23BC72A4}" dt="2026-06-05T15:01:42.876" v="218" actId="20577"/>
          <ac:spMkLst>
            <pc:docMk/>
            <pc:sldMk cId="448229374" sldId="282"/>
            <ac:spMk id="3" creationId="{4C9278C7-F843-D1CE-96BA-42A3FA61F62C}"/>
          </ac:spMkLst>
        </pc:spChg>
        <pc:spChg chg="mod">
          <ac:chgData name="Diego Cass" userId="78b1f702ed5b9641" providerId="LiveId" clId="{31830BD7-D5DB-4C59-B90C-444D23BC72A4}" dt="2026-06-05T15:00:42.735" v="208" actId="20577"/>
          <ac:spMkLst>
            <pc:docMk/>
            <pc:sldMk cId="448229374" sldId="282"/>
            <ac:spMk id="6" creationId="{FF302BE9-0098-E72C-C4F4-71D4105DA358}"/>
          </ac:spMkLst>
        </pc:spChg>
      </pc:sldChg>
      <pc:sldChg chg="modSp add mod">
        <pc:chgData name="Diego Cass" userId="78b1f702ed5b9641" providerId="LiveId" clId="{31830BD7-D5DB-4C59-B90C-444D23BC72A4}" dt="2026-06-05T15:03:24.157" v="233" actId="14100"/>
        <pc:sldMkLst>
          <pc:docMk/>
          <pc:sldMk cId="2968874151" sldId="283"/>
        </pc:sldMkLst>
        <pc:spChg chg="mod">
          <ac:chgData name="Diego Cass" userId="78b1f702ed5b9641" providerId="LiveId" clId="{31830BD7-D5DB-4C59-B90C-444D23BC72A4}" dt="2026-06-05T15:03:24.157" v="233" actId="14100"/>
          <ac:spMkLst>
            <pc:docMk/>
            <pc:sldMk cId="2968874151" sldId="283"/>
            <ac:spMk id="3" creationId="{5EA889B6-04FA-4000-6C34-C170FCE15F56}"/>
          </ac:spMkLst>
        </pc:spChg>
        <pc:spChg chg="mod">
          <ac:chgData name="Diego Cass" userId="78b1f702ed5b9641" providerId="LiveId" clId="{31830BD7-D5DB-4C59-B90C-444D23BC72A4}" dt="2026-06-05T15:02:18.359" v="223"/>
          <ac:spMkLst>
            <pc:docMk/>
            <pc:sldMk cId="2968874151" sldId="283"/>
            <ac:spMk id="6" creationId="{714A53CD-C708-4D0F-8D0E-646E20082FA3}"/>
          </ac:spMkLst>
        </pc:spChg>
      </pc:sldChg>
      <pc:sldChg chg="modSp add mod ord modNotesTx">
        <pc:chgData name="Diego Cass" userId="78b1f702ed5b9641" providerId="LiveId" clId="{31830BD7-D5DB-4C59-B90C-444D23BC72A4}" dt="2026-06-05T16:06:39.820" v="545" actId="20577"/>
        <pc:sldMkLst>
          <pc:docMk/>
          <pc:sldMk cId="2913275240" sldId="284"/>
        </pc:sldMkLst>
        <pc:spChg chg="mod">
          <ac:chgData name="Diego Cass" userId="78b1f702ed5b9641" providerId="LiveId" clId="{31830BD7-D5DB-4C59-B90C-444D23BC72A4}" dt="2026-06-05T15:53:35.786" v="247" actId="20577"/>
          <ac:spMkLst>
            <pc:docMk/>
            <pc:sldMk cId="2913275240" sldId="284"/>
            <ac:spMk id="2" creationId="{908F8E9B-6368-DCDC-B13E-69D34519007B}"/>
          </ac:spMkLst>
        </pc:spChg>
      </pc:sldChg>
      <pc:sldChg chg="addSp delSp modSp add mod ord modTransition modAnim">
        <pc:chgData name="Diego Cass" userId="78b1f702ed5b9641" providerId="LiveId" clId="{31830BD7-D5DB-4C59-B90C-444D23BC72A4}" dt="2026-06-05T16:05:29.662" v="540" actId="20577"/>
        <pc:sldMkLst>
          <pc:docMk/>
          <pc:sldMk cId="2512281538" sldId="285"/>
        </pc:sldMkLst>
        <pc:spChg chg="del mod">
          <ac:chgData name="Diego Cass" userId="78b1f702ed5b9641" providerId="LiveId" clId="{31830BD7-D5DB-4C59-B90C-444D23BC72A4}" dt="2026-06-05T15:54:56.687" v="317" actId="478"/>
          <ac:spMkLst>
            <pc:docMk/>
            <pc:sldMk cId="2512281538" sldId="285"/>
            <ac:spMk id="3" creationId="{8A3B6872-01CE-C182-E29E-92875335FD69}"/>
          </ac:spMkLst>
        </pc:spChg>
        <pc:spChg chg="mod">
          <ac:chgData name="Diego Cass" userId="78b1f702ed5b9641" providerId="LiveId" clId="{31830BD7-D5DB-4C59-B90C-444D23BC72A4}" dt="2026-06-05T16:05:29.662" v="540" actId="20577"/>
          <ac:spMkLst>
            <pc:docMk/>
            <pc:sldMk cId="2512281538" sldId="285"/>
            <ac:spMk id="6" creationId="{5A4D2183-FAE6-0219-7371-7C7DB035E60E}"/>
          </ac:spMkLst>
        </pc:spChg>
        <pc:spChg chg="add mod ord">
          <ac:chgData name="Diego Cass" userId="78b1f702ed5b9641" providerId="LiveId" clId="{31830BD7-D5DB-4C59-B90C-444D23BC72A4}" dt="2026-06-05T16:02:11.773" v="475" actId="1076"/>
          <ac:spMkLst>
            <pc:docMk/>
            <pc:sldMk cId="2512281538" sldId="285"/>
            <ac:spMk id="8" creationId="{774DB657-79A1-AA3C-F4D5-89B17BE8A8A0}"/>
          </ac:spMkLst>
        </pc:spChg>
        <pc:spChg chg="add mod">
          <ac:chgData name="Diego Cass" userId="78b1f702ed5b9641" providerId="LiveId" clId="{31830BD7-D5DB-4C59-B90C-444D23BC72A4}" dt="2026-06-05T16:03:12.106" v="491" actId="1076"/>
          <ac:spMkLst>
            <pc:docMk/>
            <pc:sldMk cId="2512281538" sldId="285"/>
            <ac:spMk id="11" creationId="{9ED68BC8-A6DC-8567-464E-C2161A07D5EC}"/>
          </ac:spMkLst>
        </pc:spChg>
        <pc:spChg chg="add mod">
          <ac:chgData name="Diego Cass" userId="78b1f702ed5b9641" providerId="LiveId" clId="{31830BD7-D5DB-4C59-B90C-444D23BC72A4}" dt="2026-06-05T16:03:38.604" v="498" actId="1076"/>
          <ac:spMkLst>
            <pc:docMk/>
            <pc:sldMk cId="2512281538" sldId="285"/>
            <ac:spMk id="12" creationId="{74F9A7E3-18CD-EFEA-BB44-A6C5C8F5C2D5}"/>
          </ac:spMkLst>
        </pc:spChg>
        <pc:spChg chg="add mod">
          <ac:chgData name="Diego Cass" userId="78b1f702ed5b9641" providerId="LiveId" clId="{31830BD7-D5DB-4C59-B90C-444D23BC72A4}" dt="2026-06-05T16:04:11.614" v="504" actId="1076"/>
          <ac:spMkLst>
            <pc:docMk/>
            <pc:sldMk cId="2512281538" sldId="285"/>
            <ac:spMk id="14" creationId="{28A204E3-D52C-E38F-0326-051AB6A78C66}"/>
          </ac:spMkLst>
        </pc:spChg>
        <pc:picChg chg="add mod modCrop">
          <ac:chgData name="Diego Cass" userId="78b1f702ed5b9641" providerId="LiveId" clId="{31830BD7-D5DB-4C59-B90C-444D23BC72A4}" dt="2026-06-05T16:02:11.773" v="475" actId="1076"/>
          <ac:picMkLst>
            <pc:docMk/>
            <pc:sldMk cId="2512281538" sldId="285"/>
            <ac:picMk id="4" creationId="{C29DA682-0120-3E5A-F09B-DB61E0DC7F08}"/>
          </ac:picMkLst>
        </pc:picChg>
        <pc:cxnChg chg="add del">
          <ac:chgData name="Diego Cass" userId="78b1f702ed5b9641" providerId="LiveId" clId="{31830BD7-D5DB-4C59-B90C-444D23BC72A4}" dt="2026-06-05T15:56:36.238" v="330" actId="478"/>
          <ac:cxnSpMkLst>
            <pc:docMk/>
            <pc:sldMk cId="2512281538" sldId="285"/>
            <ac:cxnSpMk id="7" creationId="{6FECF60D-9ACD-8887-F26A-0DBF52F5E720}"/>
          </ac:cxnSpMkLst>
        </pc:cxnChg>
        <pc:cxnChg chg="add mod">
          <ac:chgData name="Diego Cass" userId="78b1f702ed5b9641" providerId="LiveId" clId="{31830BD7-D5DB-4C59-B90C-444D23BC72A4}" dt="2026-06-05T16:03:12.106" v="491" actId="1076"/>
          <ac:cxnSpMkLst>
            <pc:docMk/>
            <pc:sldMk cId="2512281538" sldId="285"/>
            <ac:cxnSpMk id="10" creationId="{66AE4D6E-847B-8BAE-3A00-F156E333E898}"/>
          </ac:cxnSpMkLst>
        </pc:cxnChg>
      </pc:sldChg>
      <pc:sldChg chg="addSp delSp modSp add mod delAnim modAnim">
        <pc:chgData name="Diego Cass" userId="78b1f702ed5b9641" providerId="LiveId" clId="{31830BD7-D5DB-4C59-B90C-444D23BC72A4}" dt="2026-06-05T17:05:47.596" v="862"/>
        <pc:sldMkLst>
          <pc:docMk/>
          <pc:sldMk cId="430065071" sldId="286"/>
        </pc:sldMkLst>
        <pc:spChg chg="add mod">
          <ac:chgData name="Diego Cass" userId="78b1f702ed5b9641" providerId="LiveId" clId="{31830BD7-D5DB-4C59-B90C-444D23BC72A4}" dt="2026-06-05T17:03:57.312" v="825" actId="14100"/>
          <ac:spMkLst>
            <pc:docMk/>
            <pc:sldMk cId="430065071" sldId="286"/>
            <ac:spMk id="3" creationId="{7C607AF5-BB5A-4E85-5B19-53296FD4323D}"/>
          </ac:spMkLst>
        </pc:spChg>
        <pc:spChg chg="add del mod">
          <ac:chgData name="Diego Cass" userId="78b1f702ed5b9641" providerId="LiveId" clId="{31830BD7-D5DB-4C59-B90C-444D23BC72A4}" dt="2026-06-05T17:01:29.069" v="711" actId="478"/>
          <ac:spMkLst>
            <pc:docMk/>
            <pc:sldMk cId="430065071" sldId="286"/>
            <ac:spMk id="5" creationId="{9B493B66-1CC0-BA0D-4E49-29308EAEBCA7}"/>
          </ac:spMkLst>
        </pc:spChg>
        <pc:spChg chg="mod">
          <ac:chgData name="Diego Cass" userId="78b1f702ed5b9641" providerId="LiveId" clId="{31830BD7-D5DB-4C59-B90C-444D23BC72A4}" dt="2026-06-05T16:59:22.236" v="641" actId="5793"/>
          <ac:spMkLst>
            <pc:docMk/>
            <pc:sldMk cId="430065071" sldId="286"/>
            <ac:spMk id="6" creationId="{2B40CD8D-28FD-C2CF-836D-210CB5BB85CB}"/>
          </ac:spMkLst>
        </pc:spChg>
        <pc:spChg chg="add del mod">
          <ac:chgData name="Diego Cass" userId="78b1f702ed5b9641" providerId="LiveId" clId="{31830BD7-D5DB-4C59-B90C-444D23BC72A4}" dt="2026-06-05T17:01:31.355" v="712" actId="478"/>
          <ac:spMkLst>
            <pc:docMk/>
            <pc:sldMk cId="430065071" sldId="286"/>
            <ac:spMk id="7" creationId="{E7C61E89-8A10-E499-7FF7-72E194431D32}"/>
          </ac:spMkLst>
        </pc:spChg>
        <pc:spChg chg="del">
          <ac:chgData name="Diego Cass" userId="78b1f702ed5b9641" providerId="LiveId" clId="{31830BD7-D5DB-4C59-B90C-444D23BC72A4}" dt="2026-06-05T16:57:23.087" v="568" actId="478"/>
          <ac:spMkLst>
            <pc:docMk/>
            <pc:sldMk cId="430065071" sldId="286"/>
            <ac:spMk id="8" creationId="{38B6325F-1EE8-3B1B-0C48-F9B4D38E6BA5}"/>
          </ac:spMkLst>
        </pc:spChg>
        <pc:spChg chg="add del mod">
          <ac:chgData name="Diego Cass" userId="78b1f702ed5b9641" providerId="LiveId" clId="{31830BD7-D5DB-4C59-B90C-444D23BC72A4}" dt="2026-06-05T17:01:33.836" v="713" actId="478"/>
          <ac:spMkLst>
            <pc:docMk/>
            <pc:sldMk cId="430065071" sldId="286"/>
            <ac:spMk id="9" creationId="{C943C15E-AF76-2D1C-24D6-2F082E0067D9}"/>
          </ac:spMkLst>
        </pc:spChg>
        <pc:spChg chg="mod">
          <ac:chgData name="Diego Cass" userId="78b1f702ed5b9641" providerId="LiveId" clId="{31830BD7-D5DB-4C59-B90C-444D23BC72A4}" dt="2026-06-05T17:00:27.240" v="651" actId="14100"/>
          <ac:spMkLst>
            <pc:docMk/>
            <pc:sldMk cId="430065071" sldId="286"/>
            <ac:spMk id="11" creationId="{8A58F2DA-D449-D51E-874B-6154A3846249}"/>
          </ac:spMkLst>
        </pc:spChg>
        <pc:spChg chg="del">
          <ac:chgData name="Diego Cass" userId="78b1f702ed5b9641" providerId="LiveId" clId="{31830BD7-D5DB-4C59-B90C-444D23BC72A4}" dt="2026-06-05T16:57:27.250" v="571" actId="478"/>
          <ac:spMkLst>
            <pc:docMk/>
            <pc:sldMk cId="430065071" sldId="286"/>
            <ac:spMk id="12" creationId="{B223FACE-932F-EE32-C2A2-2ED9BA5B73C9}"/>
          </ac:spMkLst>
        </pc:spChg>
        <pc:spChg chg="add mod">
          <ac:chgData name="Diego Cass" userId="78b1f702ed5b9641" providerId="LiveId" clId="{31830BD7-D5DB-4C59-B90C-444D23BC72A4}" dt="2026-06-05T17:05:04.072" v="853" actId="1076"/>
          <ac:spMkLst>
            <pc:docMk/>
            <pc:sldMk cId="430065071" sldId="286"/>
            <ac:spMk id="13" creationId="{EE304405-F9B7-D0DF-4A3E-77EBF14F29DD}"/>
          </ac:spMkLst>
        </pc:spChg>
        <pc:spChg chg="del">
          <ac:chgData name="Diego Cass" userId="78b1f702ed5b9641" providerId="LiveId" clId="{31830BD7-D5DB-4C59-B90C-444D23BC72A4}" dt="2026-06-05T16:57:26.080" v="570" actId="478"/>
          <ac:spMkLst>
            <pc:docMk/>
            <pc:sldMk cId="430065071" sldId="286"/>
            <ac:spMk id="14" creationId="{EE10C8DB-B7F2-F93E-765C-6E5A6274A1DF}"/>
          </ac:spMkLst>
        </pc:spChg>
        <pc:spChg chg="add mod">
          <ac:chgData name="Diego Cass" userId="78b1f702ed5b9641" providerId="LiveId" clId="{31830BD7-D5DB-4C59-B90C-444D23BC72A4}" dt="2026-06-05T17:05:40.676" v="860" actId="20577"/>
          <ac:spMkLst>
            <pc:docMk/>
            <pc:sldMk cId="430065071" sldId="286"/>
            <ac:spMk id="15" creationId="{EA4E5268-7B87-3ED2-5BB9-D8BFEFC8D79F}"/>
          </ac:spMkLst>
        </pc:spChg>
        <pc:spChg chg="add mod">
          <ac:chgData name="Diego Cass" userId="78b1f702ed5b9641" providerId="LiveId" clId="{31830BD7-D5DB-4C59-B90C-444D23BC72A4}" dt="2026-06-05T17:04:40.223" v="851" actId="1076"/>
          <ac:spMkLst>
            <pc:docMk/>
            <pc:sldMk cId="430065071" sldId="286"/>
            <ac:spMk id="16" creationId="{FD8D2B3A-9CF0-FD2F-A113-0121A58938FD}"/>
          </ac:spMkLst>
        </pc:spChg>
        <pc:picChg chg="del">
          <ac:chgData name="Diego Cass" userId="78b1f702ed5b9641" providerId="LiveId" clId="{31830BD7-D5DB-4C59-B90C-444D23BC72A4}" dt="2026-06-05T16:57:20.149" v="567" actId="478"/>
          <ac:picMkLst>
            <pc:docMk/>
            <pc:sldMk cId="430065071" sldId="286"/>
            <ac:picMk id="4" creationId="{C02384EC-5B08-FB0A-3E7E-1D2A0886D815}"/>
          </ac:picMkLst>
        </pc:picChg>
        <pc:cxnChg chg="del mod">
          <ac:chgData name="Diego Cass" userId="78b1f702ed5b9641" providerId="LiveId" clId="{31830BD7-D5DB-4C59-B90C-444D23BC72A4}" dt="2026-06-05T16:57:23.835" v="569" actId="478"/>
          <ac:cxnSpMkLst>
            <pc:docMk/>
            <pc:sldMk cId="430065071" sldId="286"/>
            <ac:cxnSpMk id="10" creationId="{340AC42A-C959-B547-8471-B28277710BC1}"/>
          </ac:cxnSpMkLst>
        </pc:cxnChg>
        <pc:cxnChg chg="add del mod">
          <ac:chgData name="Diego Cass" userId="78b1f702ed5b9641" providerId="LiveId" clId="{31830BD7-D5DB-4C59-B90C-444D23BC72A4}" dt="2026-06-05T17:05:24.386" v="856" actId="478"/>
          <ac:cxnSpMkLst>
            <pc:docMk/>
            <pc:sldMk cId="430065071" sldId="286"/>
            <ac:cxnSpMk id="18" creationId="{BA6BBC9E-04E1-0EA4-D2CB-FE61384906A0}"/>
          </ac:cxnSpMkLst>
        </pc:cxnChg>
      </pc:sldChg>
      <pc:sldChg chg="delSp modSp add mod delAnim">
        <pc:chgData name="Diego Cass" userId="78b1f702ed5b9641" providerId="LiveId" clId="{31830BD7-D5DB-4C59-B90C-444D23BC72A4}" dt="2026-06-05T17:07:38.226" v="937" actId="255"/>
        <pc:sldMkLst>
          <pc:docMk/>
          <pc:sldMk cId="4066458367" sldId="287"/>
        </pc:sldMkLst>
        <pc:spChg chg="del">
          <ac:chgData name="Diego Cass" userId="78b1f702ed5b9641" providerId="LiveId" clId="{31830BD7-D5DB-4C59-B90C-444D23BC72A4}" dt="2026-06-05T17:06:29.236" v="911" actId="478"/>
          <ac:spMkLst>
            <pc:docMk/>
            <pc:sldMk cId="4066458367" sldId="287"/>
            <ac:spMk id="3" creationId="{B465FDB6-7FF5-736E-9FAD-4EA63CD4545E}"/>
          </ac:spMkLst>
        </pc:spChg>
        <pc:spChg chg="mod">
          <ac:chgData name="Diego Cass" userId="78b1f702ed5b9641" providerId="LiveId" clId="{31830BD7-D5DB-4C59-B90C-444D23BC72A4}" dt="2026-06-05T17:06:21.999" v="910" actId="20577"/>
          <ac:spMkLst>
            <pc:docMk/>
            <pc:sldMk cId="4066458367" sldId="287"/>
            <ac:spMk id="6" creationId="{CF049497-3A03-B334-9B16-F24CD16C768D}"/>
          </ac:spMkLst>
        </pc:spChg>
        <pc:spChg chg="mod">
          <ac:chgData name="Diego Cass" userId="78b1f702ed5b9641" providerId="LiveId" clId="{31830BD7-D5DB-4C59-B90C-444D23BC72A4}" dt="2026-06-05T17:07:38.226" v="937" actId="255"/>
          <ac:spMkLst>
            <pc:docMk/>
            <pc:sldMk cId="4066458367" sldId="287"/>
            <ac:spMk id="11" creationId="{E4D9731A-7BD1-D153-CF18-2602DB70F5E8}"/>
          </ac:spMkLst>
        </pc:spChg>
        <pc:spChg chg="del">
          <ac:chgData name="Diego Cass" userId="78b1f702ed5b9641" providerId="LiveId" clId="{31830BD7-D5DB-4C59-B90C-444D23BC72A4}" dt="2026-06-05T17:06:29.236" v="911" actId="478"/>
          <ac:spMkLst>
            <pc:docMk/>
            <pc:sldMk cId="4066458367" sldId="287"/>
            <ac:spMk id="13" creationId="{A9BF21BA-6D48-CD16-4271-7636D8BE5705}"/>
          </ac:spMkLst>
        </pc:spChg>
        <pc:spChg chg="del">
          <ac:chgData name="Diego Cass" userId="78b1f702ed5b9641" providerId="LiveId" clId="{31830BD7-D5DB-4C59-B90C-444D23BC72A4}" dt="2026-06-05T17:06:29.236" v="911" actId="478"/>
          <ac:spMkLst>
            <pc:docMk/>
            <pc:sldMk cId="4066458367" sldId="287"/>
            <ac:spMk id="15" creationId="{A36695D3-28F9-274F-3B16-81ECC84AE905}"/>
          </ac:spMkLst>
        </pc:spChg>
        <pc:spChg chg="del">
          <ac:chgData name="Diego Cass" userId="78b1f702ed5b9641" providerId="LiveId" clId="{31830BD7-D5DB-4C59-B90C-444D23BC72A4}" dt="2026-06-05T17:06:29.236" v="911" actId="478"/>
          <ac:spMkLst>
            <pc:docMk/>
            <pc:sldMk cId="4066458367" sldId="287"/>
            <ac:spMk id="16" creationId="{3EBEF866-E3E4-AD9A-5B01-A56AA7311AEC}"/>
          </ac:spMkLst>
        </pc:spChg>
      </pc:sldChg>
      <pc:sldChg chg="modSp add mod">
        <pc:chgData name="Diego Cass" userId="78b1f702ed5b9641" providerId="LiveId" clId="{31830BD7-D5DB-4C59-B90C-444D23BC72A4}" dt="2026-06-05T17:08:39.475" v="974" actId="20577"/>
        <pc:sldMkLst>
          <pc:docMk/>
          <pc:sldMk cId="260543743" sldId="288"/>
        </pc:sldMkLst>
        <pc:spChg chg="mod">
          <ac:chgData name="Diego Cass" userId="78b1f702ed5b9641" providerId="LiveId" clId="{31830BD7-D5DB-4C59-B90C-444D23BC72A4}" dt="2026-06-05T17:08:18.362" v="968" actId="20577"/>
          <ac:spMkLst>
            <pc:docMk/>
            <pc:sldMk cId="260543743" sldId="288"/>
            <ac:spMk id="6" creationId="{F9413575-F98C-5187-460E-618003790110}"/>
          </ac:spMkLst>
        </pc:spChg>
        <pc:spChg chg="mod">
          <ac:chgData name="Diego Cass" userId="78b1f702ed5b9641" providerId="LiveId" clId="{31830BD7-D5DB-4C59-B90C-444D23BC72A4}" dt="2026-06-05T17:08:39.475" v="974" actId="20577"/>
          <ac:spMkLst>
            <pc:docMk/>
            <pc:sldMk cId="260543743" sldId="288"/>
            <ac:spMk id="11" creationId="{F56725F8-C690-2E23-155C-D66F89E5256B}"/>
          </ac:spMkLst>
        </pc:spChg>
      </pc:sldChg>
      <pc:sldChg chg="modSp add mod">
        <pc:chgData name="Diego Cass" userId="78b1f702ed5b9641" providerId="LiveId" clId="{31830BD7-D5DB-4C59-B90C-444D23BC72A4}" dt="2026-06-05T17:17:19.647" v="1117" actId="20577"/>
        <pc:sldMkLst>
          <pc:docMk/>
          <pc:sldMk cId="1198713078" sldId="289"/>
        </pc:sldMkLst>
        <pc:spChg chg="mod">
          <ac:chgData name="Diego Cass" userId="78b1f702ed5b9641" providerId="LiveId" clId="{31830BD7-D5DB-4C59-B90C-444D23BC72A4}" dt="2026-06-05T17:17:19.647" v="1117" actId="20577"/>
          <ac:spMkLst>
            <pc:docMk/>
            <pc:sldMk cId="1198713078" sldId="289"/>
            <ac:spMk id="6" creationId="{D3D7C8B2-EFA4-497E-4E68-111A6DAC5017}"/>
          </ac:spMkLst>
        </pc:spChg>
        <pc:spChg chg="mod">
          <ac:chgData name="Diego Cass" userId="78b1f702ed5b9641" providerId="LiveId" clId="{31830BD7-D5DB-4C59-B90C-444D23BC72A4}" dt="2026-06-05T17:10:01.968" v="998" actId="14100"/>
          <ac:spMkLst>
            <pc:docMk/>
            <pc:sldMk cId="1198713078" sldId="289"/>
            <ac:spMk id="11" creationId="{BF3FAC03-444A-DF62-CE9F-209AD62E6213}"/>
          </ac:spMkLst>
        </pc:spChg>
      </pc:sldChg>
      <pc:sldChg chg="modSp add mod">
        <pc:chgData name="Diego Cass" userId="78b1f702ed5b9641" providerId="LiveId" clId="{31830BD7-D5DB-4C59-B90C-444D23BC72A4}" dt="2026-06-05T17:17:09.794" v="1112" actId="20577"/>
        <pc:sldMkLst>
          <pc:docMk/>
          <pc:sldMk cId="3945864329" sldId="290"/>
        </pc:sldMkLst>
        <pc:spChg chg="mod">
          <ac:chgData name="Diego Cass" userId="78b1f702ed5b9641" providerId="LiveId" clId="{31830BD7-D5DB-4C59-B90C-444D23BC72A4}" dt="2026-06-05T17:17:09.794" v="1112" actId="20577"/>
          <ac:spMkLst>
            <pc:docMk/>
            <pc:sldMk cId="3945864329" sldId="290"/>
            <ac:spMk id="6" creationId="{2427CCFF-E1D8-B095-4AA9-1D3664E2CC23}"/>
          </ac:spMkLst>
        </pc:spChg>
        <pc:spChg chg="mod">
          <ac:chgData name="Diego Cass" userId="78b1f702ed5b9641" providerId="LiveId" clId="{31830BD7-D5DB-4C59-B90C-444D23BC72A4}" dt="2026-06-05T17:15:51.108" v="1090" actId="20577"/>
          <ac:spMkLst>
            <pc:docMk/>
            <pc:sldMk cId="3945864329" sldId="290"/>
            <ac:spMk id="11" creationId="{64DACA7F-24CF-7F72-A332-F18533F79C65}"/>
          </ac:spMkLst>
        </pc:spChg>
      </pc:sldChg>
      <pc:sldChg chg="modSp add mod ord">
        <pc:chgData name="Diego Cass" userId="78b1f702ed5b9641" providerId="LiveId" clId="{31830BD7-D5DB-4C59-B90C-444D23BC72A4}" dt="2026-06-05T17:17:16.650" v="1116" actId="20577"/>
        <pc:sldMkLst>
          <pc:docMk/>
          <pc:sldMk cId="2898374764" sldId="291"/>
        </pc:sldMkLst>
        <pc:spChg chg="mod">
          <ac:chgData name="Diego Cass" userId="78b1f702ed5b9641" providerId="LiveId" clId="{31830BD7-D5DB-4C59-B90C-444D23BC72A4}" dt="2026-06-05T17:17:16.650" v="1116" actId="20577"/>
          <ac:spMkLst>
            <pc:docMk/>
            <pc:sldMk cId="2898374764" sldId="291"/>
            <ac:spMk id="6" creationId="{559DEB39-8B3A-3CF6-6FFD-200392064E94}"/>
          </ac:spMkLst>
        </pc:spChg>
      </pc:sldChg>
      <pc:sldChg chg="addSp delSp modSp add mod">
        <pc:chgData name="Diego Cass" userId="78b1f702ed5b9641" providerId="LiveId" clId="{31830BD7-D5DB-4C59-B90C-444D23BC72A4}" dt="2026-06-05T17:23:05.512" v="1153" actId="478"/>
        <pc:sldMkLst>
          <pc:docMk/>
          <pc:sldMk cId="1110670782" sldId="292"/>
        </pc:sldMkLst>
        <pc:spChg chg="add del mod">
          <ac:chgData name="Diego Cass" userId="78b1f702ed5b9641" providerId="LiveId" clId="{31830BD7-D5DB-4C59-B90C-444D23BC72A4}" dt="2026-06-05T17:23:05.512" v="1153" actId="478"/>
          <ac:spMkLst>
            <pc:docMk/>
            <pc:sldMk cId="1110670782" sldId="292"/>
            <ac:spMk id="3" creationId="{E8844A82-1B15-588F-D107-68981F2BA2DD}"/>
          </ac:spMkLst>
        </pc:spChg>
        <pc:spChg chg="del mod">
          <ac:chgData name="Diego Cass" userId="78b1f702ed5b9641" providerId="LiveId" clId="{31830BD7-D5DB-4C59-B90C-444D23BC72A4}" dt="2026-06-05T17:23:03.648" v="1152" actId="478"/>
          <ac:spMkLst>
            <pc:docMk/>
            <pc:sldMk cId="1110670782" sldId="292"/>
            <ac:spMk id="6" creationId="{283A45FC-9609-374C-CF95-7B28A50C90C4}"/>
          </ac:spMkLst>
        </pc:spChg>
        <pc:spChg chg="mod">
          <ac:chgData name="Diego Cass" userId="78b1f702ed5b9641" providerId="LiveId" clId="{31830BD7-D5DB-4C59-B90C-444D23BC72A4}" dt="2026-06-05T17:22:25.667" v="1149" actId="20577"/>
          <ac:spMkLst>
            <pc:docMk/>
            <pc:sldMk cId="1110670782" sldId="292"/>
            <ac:spMk id="11" creationId="{F779A946-DDD2-3F1A-EC01-8A74A325AD2F}"/>
          </ac:spMkLst>
        </pc:spChg>
      </pc:sldChg>
      <pc:sldChg chg="add ord">
        <pc:chgData name="Diego Cass" userId="78b1f702ed5b9641" providerId="LiveId" clId="{31830BD7-D5DB-4C59-B90C-444D23BC72A4}" dt="2026-06-05T17:22:45.177" v="1151"/>
        <pc:sldMkLst>
          <pc:docMk/>
          <pc:sldMk cId="2237263172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2F9C0-299B-47AD-9060-4E84C40DD1D6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47503-58D1-4052-97E1-C8BE765CAE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989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A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es-AR" dirty="0"/>
              <a:t> (por sus siglas en inglés, </a:t>
            </a:r>
            <a:r>
              <a:rPr lang="es-AR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A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 </a:t>
            </a:r>
            <a:r>
              <a:rPr lang="es-AR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es-AR" dirty="0"/>
              <a:t> o Lenguaje de Consulta Estructurada) es un lenguaje de programación estándar utilizado para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interactuar,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administrar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Manipular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bases de datos relacionales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 dirty="0"/>
          </a:p>
          <a:p>
            <a:pPr marL="0" indent="0">
              <a:buFont typeface="Arial" panose="020B0604020202020204" pitchFamily="34" charset="0"/>
              <a:buNone/>
            </a:pP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513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+mj-lt"/>
              <a:buNone/>
            </a:pP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07499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1240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27B96-D112-E88B-2D25-8ED182DF9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025367-D4F0-0713-5C38-A5B736B89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66711A-686A-9E2C-7A9F-23367FE33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262C03-3EED-372E-1F08-DA47D3962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6777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8FEF7-559D-B4BF-5341-F5279FD4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97BA5B-19E7-F52D-4157-AC2F2B8D9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42EE9F-1176-0A84-935F-D311A4917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E35887-9918-91CB-CE9C-A32436B27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770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5C95B-BF40-7697-43FB-5AD3FED0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2E1B65-508A-361F-C3DF-E0D16AB89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F4B56B-2B0C-6DFA-A94D-16259A19B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65FD5D-880D-C1F3-FCA0-500D9E651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5987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0153-94A1-B99E-0319-1F35FD99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E23B78-3450-DA16-6D99-426A2CD47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4BD088-14EC-73B5-F605-7A9A1A37E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3915D4-0C7C-C57B-F50E-7FE802539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3857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1395D-3249-5516-119A-0959765D5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230413-97CC-35ED-C3B6-A60910E5A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DB13B6-5F9B-4A05-9DCF-6726DA13B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FC9A48-60A5-D998-00BB-C9804842F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50695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0EFD3-2A4C-15D8-3AC8-4AA77C7A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178F33-A72E-71FC-54F5-3A376BC23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473F48-5C61-2633-0D7C-652B5D2B5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62E961-7F34-2F21-D3ED-3567CFE23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2254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5308-2D07-4C4B-85F5-060112E04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0E76CA-B590-6BE6-D224-9E9A53832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F9A67C-F631-CCBF-ED5D-BC0FFC6CB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5ECE2A-A531-7F0C-6ADE-944BEDCAF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9765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D611B-4628-5A3A-6841-A7AE5C33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04B811-C75E-11FF-E19F-6CD89CDFE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683549-6E37-0A98-8DBF-DFDA045AF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9727A6-FCAD-E9C8-D60D-2B517AFB5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4708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9C57-D8B0-8542-6BEF-91FA74AE9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52E83FF-D051-B7C1-A5F3-FCBFE5126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D72278-2345-3028-9082-CB9164549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FDA83C-E61D-E88A-8E72-875AEE1DE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5709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4E8E9-2FDE-9B30-4E4F-1456CA4DF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965B01-DC14-5F21-17BA-07E78FF7F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C8CC33-D327-4B04-8D0A-014D68041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A989B0-B01C-BA72-E450-821C48054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4573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EFF7F-6ED9-0DF0-E06E-7D2FECD29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A3CA50-BC57-5F4C-2453-280D28895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0C54BC-310B-7C68-0480-8AD7A743F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79CBCC-C072-FD7C-CC2A-F01111E29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8219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FCD53-4CCE-EFD8-9C77-4724456D4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185E25-EDCF-2A6D-6C4B-AD442088D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4D5B38-CC39-62A4-34BD-FD3E02E6D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C0CF87-FAC6-5E69-656E-173749FAF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8574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6BC9-5998-C2EF-E0A8-21EAFE1D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DA588B-9227-339A-AFAC-5F7313C91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29309C-488C-1AEE-873A-66B645099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215470-C160-F715-6291-078A7CDA2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1494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426C-EEC1-8DD7-F1F3-E3D8CADF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EAA4D5C-921C-5331-DB82-2E495DEA5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C58744-F8D2-60AB-5F5D-B02081409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279A28-D6C7-2E09-C99F-393D1E243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1703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CFDB5-D59C-EFE2-B4FA-99399A0CE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091405-EF51-4FD9-2CD4-8B71B1C2A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6029C-86BA-CE9B-222A-B595F9F0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45FA85-5CD4-D133-1144-452E281B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80355-3A7A-BBC4-BF3A-FB8BDFCE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927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2F71D-FA13-9C20-9C29-917426B6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DC36D-A9E2-8D5A-F49F-562405B3A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7D527A-D214-6A80-77AA-F2E2FDCF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DD2812-533D-EF92-5258-91F1FD49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44F0FD-8A14-809D-96F4-018F81E6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492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3EFBE-571B-D8CC-DBC8-8DA47C8B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75A336-EF69-F8B7-B18C-5B09AFD23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B7F965-0BF6-3907-A92A-49BEC3DD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FD7E3-FBCB-782D-225B-1B5CA3C8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D7919-0165-4039-DEE9-AE3BA345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571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DA47D-B3C7-E5F4-384B-4513EC2D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E67C4-D9FE-03C9-C264-D11313DAD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6DCB60-3339-EF4F-904F-294DE2399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2A0CCC-2986-8514-B24B-1E730E40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A2DE32-AFBD-6FB3-A3B1-DE3EAEBF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202BDB-BE94-57D9-1BBF-7F054B3A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509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C4DDB-9ECE-54A1-2CD5-8B57D74F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42E525-D996-875C-9A89-ACEA37989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D7DF4D-C8F6-867A-470F-52D43692D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DDFB50-00A7-5F65-0DBE-B3F2C941B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E788FB-C9C8-AD77-BED0-8FC5BCA03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0EE37B-95B4-87B9-D448-37478F58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15ED50-8F86-DBC7-7EFE-C4B67441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BE3478-0B61-9CF7-49EC-A69236CF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506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45695-132D-E535-0637-F0A35239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3C559-649E-BEBD-301E-AA9BD38A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A46862-E924-5B06-B335-86A811FA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747C32-136A-5BAB-562D-C733191F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968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87BD9A-08FE-1AC8-DC45-7F2D3DA9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09EF09-C895-791F-77DD-B7441577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38D325-7FA0-971F-B95A-62BA24D6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761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F0788-1EE8-A856-22F6-43AFD7C3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534B7-5FD2-EF63-F307-A566F6D7A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43C5B9-2515-F81C-5504-78F2745CC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A2AA42-6588-AD73-BDFE-43667873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8D81DD-8FE6-0003-842D-9DEF5914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F60E1A-1675-B888-2EEA-BDBC1EE1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96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92611-E34E-0093-9C93-590E9599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B5DFB9-21A8-92E6-DAA9-5EA333BF3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B0F8EC-9DA8-A576-5D57-10DDAFB14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A1086F-F6EE-843E-175B-2BF44F8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1D0A84-CBD6-A384-E722-E7DB949E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39FA62-7D76-F94A-E36B-8ACFA640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9069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2A4B5-F12A-632F-0190-6885E30D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DFB814-E3D4-7A45-C401-FE4CC2D7E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9CB953-9C91-E64B-A3EB-035C39F5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065F91-1A4F-400A-DCCC-0E36E07C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19F4-16B6-F71F-C3DE-D755BCA5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784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EE4C46-B81F-53C9-65FE-8868A9B43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9152F0-9720-2EC9-E7F5-D3A49250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5E1C16-687A-A616-C5B4-0C33952E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69F475-D1CD-D7E3-1909-21C506E1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9534B-1B6A-FF7E-AE72-FA282B09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1078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D073B-1288-E6EE-5488-5849D7DF9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2DAD7E-85E7-6943-5451-FB0BA9F83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F32FE-E036-5CEA-7393-7A31A046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F3A66-393B-AA80-4C0A-EA931A1C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D4DDB6-4527-85C4-E29D-C868CD4B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8434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6D285-7703-6E1A-3B4E-29C97F8F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7EEDD-8889-CACF-2C3C-EE47387D2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5991A1-A66E-8AA9-E0AF-3C5818E0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D8C67D-A899-0C94-88BC-280DEDDD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CF73F-003C-E3CD-DCA4-7EEFE101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523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64A8E-7F3B-A4C1-E59F-C7011342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2DE5D9-164F-C15A-E403-C0CC49E82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E124AC-77A9-ADF7-B173-AA5D9526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D74C7-20C1-6D0C-FD20-BE13B737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6662B-5228-25C4-7184-D6207495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9214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CB499-10F4-270A-14E2-D41F8778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409EF-2498-C54C-DC46-CA530A319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C90F13-C175-C35C-27D8-87151F99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D9F90-3AAB-64A8-0F97-064879DE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C20DB4-FD43-5753-81DF-CA8347FC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26D6E6-4957-A72E-915A-EAA89515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7592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CD566-5CFB-1AB9-2A9F-81176200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BA984D-ABF9-A9C5-927B-0C038D2E2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FC8B9F-99BB-6FF2-867F-7195F8F8F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C4E8C1-D2E4-C959-0F12-3E4C37370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60BA89-D5D3-4429-9326-2F6962D70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7C4337-C48C-0E33-1002-5FD33F80D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722662-0D70-4344-410D-390140A7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05B9B6-73C1-49E3-5096-E64CECB2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738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05D4A-3908-5616-73C1-D37EB10A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EA85FC-CF43-C15F-D643-6E78F6A3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36C0CF-CB83-A453-B9CD-5805FA01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D6609B-AC7C-8D42-DF6F-2D62191A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9778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F92FF9-D9E0-7E5A-4CEE-DBC5FEDE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D322F9-61C9-3980-7160-7779D2AC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F2A74D-B091-DCA2-4F81-741B594C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7278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7A641-5A40-B387-0185-068EDFF8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0A4E6A-FCFF-F8F3-9A57-CBB819C3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9699D2-0D95-08B3-6B96-53F16435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7C9B29-556D-9CCC-7316-D9028908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0DBD4B-423A-FA2C-EBB1-6410B3355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320F8F-A749-7CAC-84E7-D37DC325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40978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95769-D55E-932C-F394-049F0735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74232B-A70F-FCE7-9543-707989B43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D19C8D-440C-9203-2562-026B5389B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10FD0-A885-DC2A-6C4B-34E4C67C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CFAB1E-D51A-545A-A75F-A15E6EE9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C723D0-FAD6-D0C0-DDED-3AB87DBF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66908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947F0-4C9B-D5ED-36B1-5A1EBEF2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F00478-5AE2-47D2-5A62-74FD626FE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9C8ECA-BEF7-B257-0A11-3906B9DF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5A0974-150D-D837-3C78-960DF3AA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7F7EA4-5A0B-3599-70DC-C6513FBE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3407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481026-626E-04B3-ED1B-BC9A746B0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D781D2-1104-B5D6-CE14-104719054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BC0A7A-E06B-275B-B4D6-E4609C56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4CF4E-96B8-6486-6850-771BFE43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36333-C895-9948-139C-3AE2D851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09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D7048A-18A2-14FA-DD14-7C6411D5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8396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7FDFC2-532D-232D-5BF6-39A06713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9324D8-AED6-45FD-68F4-5D842ED69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2142B5-9431-9624-8CEE-A1B615E3B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59A3B-B521-439E-BB5B-9175466BFE67}" type="datetimeFigureOut">
              <a:rPr lang="es-AR" smtClean="0"/>
              <a:t>5/6/2026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4C427-3F9A-069A-E6FD-3D8FFDF2F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1AC9B-E0BF-776E-7073-4E300466F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21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18CDAB-44BA-A10B-9462-435219F53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SQL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6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0A6236C-72BB-10CC-7CA9-8CB551A50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637762"/>
            <a:ext cx="342336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  <a:t>C</a:t>
            </a:r>
            <a:r>
              <a:rPr lang="en-US" sz="3000" kern="1200" dirty="0">
                <a:solidFill>
                  <a:schemeClr val="bg1"/>
                </a:solidFill>
                <a:latin typeface="Consolas" panose="020B0609020204030204" pitchFamily="49" charset="0"/>
              </a:rPr>
              <a:t>onjuntos </a:t>
            </a:r>
            <a:r>
              <a:rPr lang="en-US" sz="3000" kern="1200" dirty="0" err="1">
                <a:solidFill>
                  <a:schemeClr val="bg1"/>
                </a:solidFill>
                <a:latin typeface="Consolas" panose="020B0609020204030204" pitchFamily="49" charset="0"/>
              </a:rPr>
              <a:t>funcionales</a:t>
            </a:r>
            <a:r>
              <a:rPr lang="en-US" sz="3000" kern="1200" dirty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sz="3000" kern="1200" dirty="0" err="1">
                <a:solidFill>
                  <a:schemeClr val="bg1"/>
                </a:solidFill>
                <a:latin typeface="Consolas" panose="020B0609020204030204" pitchFamily="49" charset="0"/>
              </a:rPr>
              <a:t>lenguaje</a:t>
            </a:r>
            <a:r>
              <a:rPr lang="en-US" sz="3000" kern="1200" dirty="0">
                <a:solidFill>
                  <a:schemeClr val="bg1"/>
                </a:solidFill>
                <a:latin typeface="Consolas" panose="020B0609020204030204" pitchFamily="49" charset="0"/>
              </a:rPr>
              <a:t> SQL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DF52B42-E9CE-1CF6-878F-95955CCD0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1" y="332508"/>
            <a:ext cx="6993013" cy="6217921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 panose="020B0609020204030204" pitchFamily="49" charset="0"/>
              </a:rPr>
              <a:t>DDL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AR" sz="1600" dirty="0"/>
              <a:t>Data </a:t>
            </a:r>
            <a:r>
              <a:rPr lang="es-AR" sz="1600" dirty="0" err="1"/>
              <a:t>Definition</a:t>
            </a:r>
            <a:r>
              <a:rPr lang="es-AR" sz="1600" dirty="0"/>
              <a:t> </a:t>
            </a:r>
            <a:r>
              <a:rPr lang="es-AR" sz="1600" dirty="0" err="1"/>
              <a:t>Language</a:t>
            </a:r>
            <a:r>
              <a:rPr lang="es-AR" sz="1600" dirty="0"/>
              <a:t> - Lenguaje de Definición de Datos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Consolas" panose="020B0609020204030204" pitchFamily="49" charset="0"/>
              </a:rPr>
              <a:t>Estructura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2000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 panose="020B0609020204030204" pitchFamily="49" charset="0"/>
              </a:rPr>
              <a:t>DML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Consolas" panose="020B0609020204030204" pitchFamily="49" charset="0"/>
              </a:rPr>
              <a:t>Data </a:t>
            </a:r>
            <a:r>
              <a:rPr lang="es-ES" sz="1600" dirty="0" err="1">
                <a:latin typeface="Consolas" panose="020B0609020204030204" pitchFamily="49" charset="0"/>
              </a:rPr>
              <a:t>Manipulation</a:t>
            </a:r>
            <a:r>
              <a:rPr lang="es-ES" sz="1600" dirty="0">
                <a:latin typeface="Consolas" panose="020B0609020204030204" pitchFamily="49" charset="0"/>
              </a:rPr>
              <a:t> </a:t>
            </a:r>
            <a:r>
              <a:rPr lang="es-ES" sz="1600" dirty="0" err="1">
                <a:latin typeface="Consolas" panose="020B0609020204030204" pitchFamily="49" charset="0"/>
              </a:rPr>
              <a:t>Language</a:t>
            </a:r>
            <a:r>
              <a:rPr lang="es-ES" sz="1600" dirty="0">
                <a:latin typeface="Consolas" panose="020B0609020204030204" pitchFamily="49" charset="0"/>
              </a:rPr>
              <a:t> - Lenguaje de Manipulación de Datos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Consolas" panose="020B0609020204030204" pitchFamily="49" charset="0"/>
              </a:rPr>
              <a:t>Datos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2000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 panose="020B0609020204030204" pitchFamily="49" charset="0"/>
              </a:rPr>
              <a:t>DQL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Consolas" panose="020B0609020204030204" pitchFamily="49" charset="0"/>
              </a:rPr>
              <a:t>Data Query </a:t>
            </a:r>
            <a:r>
              <a:rPr lang="es-ES" sz="1600" dirty="0" err="1">
                <a:latin typeface="Consolas" panose="020B0609020204030204" pitchFamily="49" charset="0"/>
              </a:rPr>
              <a:t>Language</a:t>
            </a:r>
            <a:r>
              <a:rPr lang="es-ES" sz="1600" dirty="0">
                <a:latin typeface="Consolas" panose="020B0609020204030204" pitchFamily="49" charset="0"/>
              </a:rPr>
              <a:t> - Lenguaje de Consulta de Datos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Consolas" panose="020B0609020204030204" pitchFamily="49" charset="0"/>
              </a:rPr>
              <a:t>Consultas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2000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 panose="020B0609020204030204" pitchFamily="49" charset="0"/>
              </a:rPr>
              <a:t>DCL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AR" sz="1600" dirty="0"/>
              <a:t>Data Control </a:t>
            </a:r>
            <a:r>
              <a:rPr lang="es-AR" sz="1600" dirty="0" err="1"/>
              <a:t>Language</a:t>
            </a:r>
            <a:r>
              <a:rPr lang="es-AR" sz="1600" dirty="0"/>
              <a:t> - Lenguaje de Control de Datos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Consolas" panose="020B0609020204030204" pitchFamily="49" charset="0"/>
              </a:rPr>
              <a:t>Permisos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2000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b="1" dirty="0">
                <a:latin typeface="Consolas" panose="020B0609020204030204" pitchFamily="49" charset="0"/>
              </a:rPr>
              <a:t>TCL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AR" sz="1600" dirty="0" err="1"/>
              <a:t>Transaction</a:t>
            </a:r>
            <a:r>
              <a:rPr lang="es-AR" sz="1600" dirty="0"/>
              <a:t> Control </a:t>
            </a:r>
            <a:r>
              <a:rPr lang="es-AR" sz="1600" dirty="0" err="1"/>
              <a:t>Language</a:t>
            </a:r>
            <a:r>
              <a:rPr lang="es-AR" sz="1600" dirty="0"/>
              <a:t> - Lenguaje de Control de Transacciones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Consolas" panose="020B0609020204030204" pitchFamily="49" charset="0"/>
              </a:rPr>
              <a:t>Transacciones</a:t>
            </a:r>
          </a:p>
        </p:txBody>
      </p:sp>
    </p:spTree>
    <p:extLst>
      <p:ext uri="{BB962C8B-B14F-4D97-AF65-F5344CB8AC3E}">
        <p14:creationId xmlns:p14="http://schemas.microsoft.com/office/powerpoint/2010/main" val="262078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A2AB6-947B-E81F-BBD1-01D938FF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D21EB7-B8DF-22F8-717C-D232D2960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34A95D0-1CAA-2E0C-B0E1-66501017F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DDL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Lenguaje de Definición de Datos: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69018B-3CEB-DDFF-1D91-D36583807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9199E-C562-BB47-9DCD-A6E6FF1F6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2777" y="182880"/>
            <a:ext cx="5735783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i="1" dirty="0">
                <a:latin typeface="Consolas" panose="020B0609020204030204" pitchFamily="49" charset="0"/>
              </a:rPr>
              <a:t>Define, modifica o elimina la estructura de los objetos de la base de datos (tablas, índices, usuarios).</a:t>
            </a:r>
          </a:p>
          <a:p>
            <a:endParaRPr lang="es-ES" sz="2800" i="1" dirty="0">
              <a:latin typeface="Consolas" panose="020B0609020204030204" pitchFamily="49" charset="0"/>
            </a:endParaRPr>
          </a:p>
          <a:p>
            <a:pPr algn="l"/>
            <a:r>
              <a:rPr lang="es-ES" sz="2000" dirty="0">
                <a:latin typeface="Consolas" panose="020B0609020204030204" pitchFamily="49" charset="0"/>
              </a:rPr>
              <a:t>Comandos:</a:t>
            </a:r>
          </a:p>
          <a:p>
            <a:pPr algn="l"/>
            <a:endParaRPr lang="es-ES" sz="2000" dirty="0">
              <a:latin typeface="Consolas" panose="020B0609020204030204" pitchFamily="49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CREATE (crear)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ALTER (modificar)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DROP (eliminar)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TRUNCATE (vaciar tabla)</a:t>
            </a:r>
            <a:endParaRPr lang="es-E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63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9194A-46E0-D136-D86D-60514FA8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A09F0BC-6BBF-34AB-7FB6-F51767585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1D1BD0E-2870-1C02-78E5-72D090872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DML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Lenguaje de Manipulación de Datos: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73E51B-D4E5-DA87-0E2B-B40AF03EE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9CE684-D05A-ABE3-4CEF-B14435018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2777" y="182880"/>
            <a:ext cx="5735783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i="1" dirty="0">
                <a:latin typeface="Consolas" panose="020B0609020204030204" pitchFamily="49" charset="0"/>
              </a:rPr>
              <a:t>Gestiona los datos dentro de las tablas existentes, permitiendo insertar, actualizar o eliminar registros.</a:t>
            </a:r>
          </a:p>
          <a:p>
            <a:endParaRPr lang="es-ES" sz="2800" i="1" dirty="0">
              <a:latin typeface="Consolas" panose="020B0609020204030204" pitchFamily="49" charset="0"/>
            </a:endParaRPr>
          </a:p>
          <a:p>
            <a:pPr algn="l"/>
            <a:r>
              <a:rPr lang="es-ES" sz="2000" dirty="0">
                <a:latin typeface="Consolas" panose="020B0609020204030204" pitchFamily="49" charset="0"/>
              </a:rPr>
              <a:t>Comandos:</a:t>
            </a:r>
          </a:p>
          <a:p>
            <a:pPr algn="l"/>
            <a:endParaRPr lang="es-ES" sz="2000" dirty="0">
              <a:latin typeface="Consolas" panose="020B0609020204030204" pitchFamily="49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INSERT (insertar)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UPDATE (actualizar)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DELETE (borrar)</a:t>
            </a:r>
            <a:endParaRPr lang="es-E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75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87196-9E4F-35C0-A157-CEB55553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267239A-561C-4757-9F48-A73A2A38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616DF95-2697-3FB2-0016-C56E0DD1B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DQL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Lenguaje de Consulta de Datos: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832E81-5772-D3AB-4A3B-3EC0B43A9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B0D186-8E53-6363-7F24-0F3F251EB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2777" y="182880"/>
            <a:ext cx="5735783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i="1" dirty="0">
                <a:latin typeface="Consolas" panose="020B0609020204030204" pitchFamily="49" charset="0"/>
              </a:rPr>
              <a:t>Utilizado exclusivamente para realizar consultas y recuperar datos específicos de la base de datos.</a:t>
            </a:r>
          </a:p>
          <a:p>
            <a:endParaRPr lang="es-ES" sz="2800" i="1" dirty="0">
              <a:latin typeface="Consolas" panose="020B0609020204030204" pitchFamily="49" charset="0"/>
            </a:endParaRPr>
          </a:p>
          <a:p>
            <a:pPr algn="l"/>
            <a:r>
              <a:rPr lang="es-ES" sz="2000" dirty="0">
                <a:latin typeface="Consolas" panose="020B0609020204030204" pitchFamily="49" charset="0"/>
              </a:rPr>
              <a:t>Comandos:</a:t>
            </a:r>
          </a:p>
          <a:p>
            <a:pPr algn="l"/>
            <a:endParaRPr lang="es-ES" sz="2000" dirty="0">
              <a:latin typeface="Consolas" panose="020B0609020204030204" pitchFamily="49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SELECT (seleccionar datos)</a:t>
            </a:r>
            <a:endParaRPr lang="es-E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87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C7B2D-4520-76F8-4AD0-F913671D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3F0DD29-F2CA-9D08-11B3-5F805C03B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FF302BE9-0098-E72C-C4F4-71D4105DA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DCL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Lenguaje de Control de Datos: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959FEB-B6CC-41AA-1163-B5DB23861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9278C7-F843-D1CE-96BA-42A3FA61F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2777" y="182880"/>
            <a:ext cx="5735783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i="1" dirty="0">
                <a:latin typeface="Consolas" panose="020B0609020204030204" pitchFamily="49" charset="0"/>
              </a:rPr>
              <a:t>Gestiona la seguridad y los permisos de acceso a los datos.</a:t>
            </a:r>
          </a:p>
          <a:p>
            <a:endParaRPr lang="es-ES" sz="2800" i="1" dirty="0">
              <a:latin typeface="Consolas" panose="020B0609020204030204" pitchFamily="49" charset="0"/>
            </a:endParaRPr>
          </a:p>
          <a:p>
            <a:pPr algn="l"/>
            <a:r>
              <a:rPr lang="es-ES" sz="2000" dirty="0">
                <a:latin typeface="Consolas" panose="020B0609020204030204" pitchFamily="49" charset="0"/>
              </a:rPr>
              <a:t>Comandos:</a:t>
            </a:r>
          </a:p>
          <a:p>
            <a:pPr algn="l"/>
            <a:endParaRPr lang="es-ES" sz="2000" dirty="0">
              <a:latin typeface="Consolas" panose="020B0609020204030204" pitchFamily="49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GRANT (otorgar permisos)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REVOKE (quitar permisos)</a:t>
            </a:r>
            <a:endParaRPr lang="es-E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229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2C815-05A1-E2A6-8398-1A288D95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01C9F82-8F71-80FD-C937-A49B423D9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14A53CD-C708-4D0F-8D0E-646E2008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TCL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Lenguaje de Control de Transacciones: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C43272-8C6F-8BBE-7E08-6819925E5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A889B6-04FA-4000-6C34-C170FCE1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3886" y="182880"/>
            <a:ext cx="6556811" cy="6384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i="1" dirty="0">
                <a:latin typeface="Consolas" panose="020B0609020204030204" pitchFamily="49" charset="0"/>
              </a:rPr>
              <a:t>Gestiona  los cambios realizados por las sentencias DML para garantizar la integridad de los datos.</a:t>
            </a:r>
          </a:p>
          <a:p>
            <a:endParaRPr lang="es-ES" sz="2800" i="1" dirty="0">
              <a:latin typeface="Consolas" panose="020B0609020204030204" pitchFamily="49" charset="0"/>
            </a:endParaRPr>
          </a:p>
          <a:p>
            <a:pPr algn="l"/>
            <a:r>
              <a:rPr lang="es-ES" sz="2000" dirty="0">
                <a:latin typeface="Consolas" panose="020B0609020204030204" pitchFamily="49" charset="0"/>
              </a:rPr>
              <a:t>Comandos:</a:t>
            </a:r>
          </a:p>
          <a:p>
            <a:pPr algn="l"/>
            <a:endParaRPr lang="es-ES" sz="2000" dirty="0">
              <a:latin typeface="Consolas" panose="020B0609020204030204" pitchFamily="49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COMMIT (confirmar cambios)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ROLLBACK (revertir cambios)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2800" dirty="0">
                <a:latin typeface="Consolas" panose="020B0609020204030204" pitchFamily="49" charset="0"/>
              </a:rPr>
              <a:t>SAVEPOINT (punto de guardado)</a:t>
            </a:r>
            <a:endParaRPr lang="es-E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874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5E31D-EB0D-A0B5-5337-102004D9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33425FC-E7CF-91E0-CBAC-BB9EB2CB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61F4BA8-6E08-E364-B61A-C12851D4C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8F8E9B-6368-DCDC-B13E-69D345190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Un Ejemplo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75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86829-6F1E-8431-9798-BF7ADDB5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E07C30B-310A-70FC-FFBC-D072F32D2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A4D2183-FAE6-0219-7371-7C7DB035E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37762"/>
            <a:ext cx="344552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Presentación del problema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Sin normalización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C890A0-8639-C9C0-559E-53D2B9F85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9DA682-0120-3E5A-F09B-DB61E0DC7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07" t="3226" r="2308" b="74059"/>
          <a:stretch>
            <a:fillRect/>
          </a:stretch>
        </p:blipFill>
        <p:spPr>
          <a:xfrm>
            <a:off x="4978328" y="452169"/>
            <a:ext cx="2526801" cy="279123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74DB657-79A1-AA3C-F4D5-89B17BE8A8A0}"/>
              </a:ext>
            </a:extLst>
          </p:cNvPr>
          <p:cNvSpPr/>
          <p:nvPr/>
        </p:nvSpPr>
        <p:spPr>
          <a:xfrm>
            <a:off x="5016902" y="1200562"/>
            <a:ext cx="1674421" cy="403761"/>
          </a:xfrm>
          <a:prstGeom prst="rect">
            <a:avLst/>
          </a:prstGeom>
          <a:noFill/>
          <a:effectLst>
            <a:outerShdw blurRad="50800" dist="50800" dir="3000000" algn="ctr" rotWithShape="0">
              <a:schemeClr val="tx1">
                <a:lumMod val="65000"/>
                <a:lumOff val="3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6AE4D6E-847B-8BAE-3A00-F156E333E898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6691323" y="1402443"/>
            <a:ext cx="1563325" cy="377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9ED68BC8-A6DC-8567-464E-C2161A07D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4648" y="1166090"/>
            <a:ext cx="3559973" cy="12277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2000" i="1" dirty="0">
                <a:latin typeface="Consolas" panose="020B0609020204030204" pitchFamily="49" charset="0"/>
              </a:rPr>
              <a:t>En el diseño, el nombre del tipo (</a:t>
            </a:r>
            <a:r>
              <a:rPr lang="es-ES" sz="2000" i="1" dirty="0" err="1">
                <a:latin typeface="Consolas" panose="020B0609020204030204" pitchFamily="49" charset="0"/>
              </a:rPr>
              <a:t>ej</a:t>
            </a:r>
            <a:r>
              <a:rPr lang="es-ES" sz="2000" i="1" dirty="0">
                <a:latin typeface="Consolas" panose="020B0609020204030204" pitchFamily="49" charset="0"/>
              </a:rPr>
              <a:t>: "Celular") está en la tabla equipo.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74F9A7E3-18CD-EFEA-BB44-A6C5C8F5C2D5}"/>
              </a:ext>
            </a:extLst>
          </p:cNvPr>
          <p:cNvSpPr txBox="1">
            <a:spLocks/>
          </p:cNvSpPr>
          <p:nvPr/>
        </p:nvSpPr>
        <p:spPr>
          <a:xfrm>
            <a:off x="5365245" y="5169311"/>
            <a:ext cx="6217155" cy="1236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i="1" dirty="0">
                <a:latin typeface="Consolas" panose="020B0609020204030204" pitchFamily="49" charset="0"/>
              </a:rPr>
              <a:t>¿No sería óptimo crear la tabla </a:t>
            </a:r>
            <a:r>
              <a:rPr lang="es-ES" sz="2000" i="1" dirty="0" err="1">
                <a:latin typeface="Consolas" panose="020B0609020204030204" pitchFamily="49" charset="0"/>
              </a:rPr>
              <a:t>equipotipo</a:t>
            </a:r>
            <a:r>
              <a:rPr lang="es-ES" sz="2000" i="1" dirty="0">
                <a:latin typeface="Consolas" panose="020B0609020204030204" pitchFamily="49" charset="0"/>
              </a:rPr>
              <a:t>?</a:t>
            </a:r>
            <a:endParaRPr lang="es-ES" sz="2000" dirty="0">
              <a:latin typeface="Consolas" panose="020B0609020204030204" pitchFamily="49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8A204E3-D52C-E38F-0326-051AB6A78C66}"/>
              </a:ext>
            </a:extLst>
          </p:cNvPr>
          <p:cNvSpPr txBox="1">
            <a:spLocks/>
          </p:cNvSpPr>
          <p:nvPr/>
        </p:nvSpPr>
        <p:spPr>
          <a:xfrm>
            <a:off x="5840662" y="3446929"/>
            <a:ext cx="5163200" cy="1593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i="1" dirty="0">
                <a:latin typeface="Consolas" panose="020B0609020204030204" pitchFamily="49" charset="0"/>
              </a:rPr>
              <a:t>Que pasa si mañana quisiéramos ...</a:t>
            </a:r>
            <a:endParaRPr lang="es-E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28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2E85B-BC5C-2F4D-E7F4-828F9ACD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545F4FE-61BC-1F89-73B8-0E57DA87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B40CD8D-28FD-C2CF-836D-210CB5BB8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319" y="637762"/>
            <a:ext cx="368489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¡¡¡Trabajemos!!!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Normalizando…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0EF5F2-D301-5F22-46A1-4FD63324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8A58F2DA-D449-D51E-874B-6154A3846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5081" y="1166090"/>
            <a:ext cx="7042244" cy="11813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2000" b="1" dirty="0">
                <a:latin typeface="Consolas" panose="020B0609020204030204" pitchFamily="49" charset="0"/>
              </a:rPr>
              <a:t>Pasar de un atributo simple a una tabla maestra.</a:t>
            </a:r>
          </a:p>
          <a:p>
            <a:pPr algn="l"/>
            <a:r>
              <a:rPr lang="es-ES" sz="1600" i="1" dirty="0">
                <a:latin typeface="Consolas" panose="020B0609020204030204" pitchFamily="49" charset="0"/>
              </a:rPr>
              <a:t>Para realizar esta normalización, la secuencia lógica es: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607AF5-BB5A-4E85-5B19-53296FD4323D}"/>
              </a:ext>
            </a:extLst>
          </p:cNvPr>
          <p:cNvSpPr txBox="1"/>
          <p:nvPr/>
        </p:nvSpPr>
        <p:spPr>
          <a:xfrm>
            <a:off x="5469340" y="2401900"/>
            <a:ext cx="2869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dirty="0">
                <a:latin typeface="Consolas" panose="020B0609020204030204" pitchFamily="49" charset="0"/>
              </a:rPr>
              <a:t>1ero - Crear la tabla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E304405-F9B7-D0DF-4A3E-77EBF14F29DD}"/>
              </a:ext>
            </a:extLst>
          </p:cNvPr>
          <p:cNvSpPr txBox="1"/>
          <p:nvPr/>
        </p:nvSpPr>
        <p:spPr>
          <a:xfrm>
            <a:off x="7422334" y="5762832"/>
            <a:ext cx="3999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dirty="0">
                <a:latin typeface="Consolas" panose="020B0609020204030204" pitchFamily="49" charset="0"/>
              </a:rPr>
              <a:t>4to - Limpiar la tabla inicial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A4E5268-7B87-3ED2-5BB9-D8BFEFC8D79F}"/>
              </a:ext>
            </a:extLst>
          </p:cNvPr>
          <p:cNvSpPr txBox="1"/>
          <p:nvPr/>
        </p:nvSpPr>
        <p:spPr>
          <a:xfrm>
            <a:off x="5931545" y="3534782"/>
            <a:ext cx="3212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dirty="0">
                <a:latin typeface="Consolas" panose="020B0609020204030204" pitchFamily="49" charset="0"/>
              </a:rPr>
              <a:t>2</a:t>
            </a:r>
            <a:r>
              <a:rPr lang="es-ES" sz="1800" dirty="0">
                <a:latin typeface="Consolas" panose="020B0609020204030204" pitchFamily="49" charset="0"/>
              </a:rPr>
              <a:t>do - Migrar los datos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8D2B3A-9CF0-FD2F-A113-0121A58938FD}"/>
              </a:ext>
            </a:extLst>
          </p:cNvPr>
          <p:cNvSpPr txBox="1"/>
          <p:nvPr/>
        </p:nvSpPr>
        <p:spPr>
          <a:xfrm>
            <a:off x="6618212" y="4667664"/>
            <a:ext cx="537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800" dirty="0">
                <a:latin typeface="Consolas" panose="020B0609020204030204" pitchFamily="49" charset="0"/>
              </a:rPr>
              <a:t>3ero - Vincular los registros (PK &lt;-&gt; FK)</a:t>
            </a:r>
          </a:p>
        </p:txBody>
      </p:sp>
    </p:spTree>
    <p:extLst>
      <p:ext uri="{BB962C8B-B14F-4D97-AF65-F5344CB8AC3E}">
        <p14:creationId xmlns:p14="http://schemas.microsoft.com/office/powerpoint/2010/main" val="43006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D0CEE-D026-1824-7E72-A27FA4C0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D560383-9D98-02C3-9F79-458B4222B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F049497-3A03-B334-9B16-F24CD16C7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319" y="637762"/>
            <a:ext cx="368489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Crear la tabla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de tipo de equipo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1A9693-1529-85DD-5B56-E2D21B35B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E4D9731A-7BD1-D153-CF18-2602DB70F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5081" y="464024"/>
            <a:ext cx="6892119" cy="5936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1800" i="1" dirty="0">
                <a:latin typeface="Consolas" panose="020B0609020204030204" pitchFamily="49" charset="0"/>
              </a:rPr>
              <a:t>CREATE TABLE IF NOT EXISTS `el_chip`.`</a:t>
            </a:r>
            <a:r>
              <a:rPr lang="es-ES" sz="1800" i="1" dirty="0" err="1">
                <a:latin typeface="Consolas" panose="020B0609020204030204" pitchFamily="49" charset="0"/>
              </a:rPr>
              <a:t>equipotipo</a:t>
            </a:r>
            <a:r>
              <a:rPr lang="es-ES" sz="1800" i="1" dirty="0">
                <a:latin typeface="Consolas" panose="020B0609020204030204" pitchFamily="49" charset="0"/>
              </a:rPr>
              <a:t>` (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`</a:t>
            </a:r>
            <a:r>
              <a:rPr lang="es-ES" sz="1800" i="1" dirty="0" err="1">
                <a:latin typeface="Consolas" panose="020B0609020204030204" pitchFamily="49" charset="0"/>
              </a:rPr>
              <a:t>id_equipotipo</a:t>
            </a:r>
            <a:r>
              <a:rPr lang="es-ES" sz="1800" i="1" dirty="0">
                <a:latin typeface="Consolas" panose="020B0609020204030204" pitchFamily="49" charset="0"/>
              </a:rPr>
              <a:t>` INT NOT NULL AUTO_INCREMENT,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`nombre` VARCHAR(50) NOT NULL,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PRIMARY KEY (`</a:t>
            </a:r>
            <a:r>
              <a:rPr lang="es-ES" sz="1800" i="1" dirty="0" err="1">
                <a:latin typeface="Consolas" panose="020B0609020204030204" pitchFamily="49" charset="0"/>
              </a:rPr>
              <a:t>id_equipotipo</a:t>
            </a:r>
            <a:r>
              <a:rPr lang="es-ES" sz="1800" i="1" dirty="0">
                <a:latin typeface="Consolas" panose="020B0609020204030204" pitchFamily="49" charset="0"/>
              </a:rPr>
              <a:t>`),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UNIQUE INDEX `</a:t>
            </a:r>
            <a:r>
              <a:rPr lang="es-ES" sz="1800" i="1" dirty="0" err="1">
                <a:latin typeface="Consolas" panose="020B0609020204030204" pitchFamily="49" charset="0"/>
              </a:rPr>
              <a:t>nombre_UNIQUE</a:t>
            </a:r>
            <a:r>
              <a:rPr lang="es-ES" sz="1800" i="1" dirty="0">
                <a:latin typeface="Consolas" panose="020B0609020204030204" pitchFamily="49" charset="0"/>
              </a:rPr>
              <a:t>` (`nombre` ASC)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) ENGINE = </a:t>
            </a:r>
            <a:r>
              <a:rPr lang="es-ES" sz="1800" i="1" dirty="0" err="1">
                <a:latin typeface="Consolas" panose="020B0609020204030204" pitchFamily="49" charset="0"/>
              </a:rPr>
              <a:t>InnoDB</a:t>
            </a:r>
            <a:r>
              <a:rPr lang="es-ES" sz="1800" i="1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6645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9C50D-27C0-B074-ED89-4B003D89A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BF28FDF-B965-323C-36B8-D9A0086A3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F9413575-F98C-5187-460E-618003790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319" y="637762"/>
            <a:ext cx="368489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Poblar la tabla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equipotipo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FA2664-2828-F7D3-DF9A-DD33CF08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F56725F8-C690-2E23-155C-D66F89E52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5081" y="464024"/>
            <a:ext cx="6892119" cy="5936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1800" i="1" dirty="0">
                <a:latin typeface="Consolas" panose="020B0609020204030204" pitchFamily="49" charset="0"/>
              </a:rPr>
              <a:t>INSERT INTO `el_chip`.`</a:t>
            </a:r>
            <a:r>
              <a:rPr lang="es-ES" sz="1800" i="1" dirty="0" err="1">
                <a:latin typeface="Consolas" panose="020B0609020204030204" pitchFamily="49" charset="0"/>
              </a:rPr>
              <a:t>equipotipo</a:t>
            </a:r>
            <a:r>
              <a:rPr lang="es-ES" sz="1800" i="1" dirty="0">
                <a:latin typeface="Consolas" panose="020B0609020204030204" pitchFamily="49" charset="0"/>
              </a:rPr>
              <a:t>` (nombre)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SELECT DISTINCT tipo FROM `</a:t>
            </a:r>
            <a:r>
              <a:rPr lang="es-ES" sz="1800" i="1" dirty="0" err="1">
                <a:latin typeface="Consolas" panose="020B0609020204030204" pitchFamily="49" charset="0"/>
              </a:rPr>
              <a:t>el_chip`.`equipo</a:t>
            </a:r>
            <a:r>
              <a:rPr lang="es-ES" sz="1800" i="1" dirty="0">
                <a:latin typeface="Consolas" panose="020B0609020204030204" pitchFamily="49" charset="0"/>
              </a:rPr>
              <a:t>`;</a:t>
            </a:r>
          </a:p>
        </p:txBody>
      </p:sp>
    </p:spTree>
    <p:extLst>
      <p:ext uri="{BB962C8B-B14F-4D97-AF65-F5344CB8AC3E}">
        <p14:creationId xmlns:p14="http://schemas.microsoft.com/office/powerpoint/2010/main" val="26054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63522-43A6-49DE-8599-1E3B76D7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D6234A-2223-D6B5-7F98-9D44540D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3D7C8B2-EFA4-497E-4E68-111A6DAC5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637762"/>
            <a:ext cx="4042944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Modificar la tabla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equipo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FC74C2-6E70-932C-1369-0EC575C0D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BF3FAC03-444A-DF62-CE9F-209AD62E6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9421" y="464024"/>
            <a:ext cx="7442568" cy="5936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1800" i="1" dirty="0">
                <a:latin typeface="Consolas" panose="020B0609020204030204" pitchFamily="49" charset="0"/>
              </a:rPr>
              <a:t>ALTER TABLE `</a:t>
            </a:r>
            <a:r>
              <a:rPr lang="es-ES" sz="1800" i="1" dirty="0" err="1">
                <a:latin typeface="Consolas" panose="020B0609020204030204" pitchFamily="49" charset="0"/>
              </a:rPr>
              <a:t>el_chip`.`equipo</a:t>
            </a:r>
            <a:r>
              <a:rPr lang="es-ES" sz="1800" i="1" dirty="0">
                <a:latin typeface="Consolas" panose="020B0609020204030204" pitchFamily="49" charset="0"/>
              </a:rPr>
              <a:t>`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ADD COLUMN `</a:t>
            </a:r>
            <a:r>
              <a:rPr lang="es-ES" sz="1800" i="1" dirty="0" err="1">
                <a:latin typeface="Consolas" panose="020B0609020204030204" pitchFamily="49" charset="0"/>
              </a:rPr>
              <a:t>id_equipotipo</a:t>
            </a:r>
            <a:r>
              <a:rPr lang="es-ES" sz="1800" i="1" dirty="0">
                <a:latin typeface="Consolas" panose="020B0609020204030204" pitchFamily="49" charset="0"/>
              </a:rPr>
              <a:t>` INT NULL AFTER `</a:t>
            </a:r>
            <a:r>
              <a:rPr lang="es-ES" sz="1800" i="1" dirty="0" err="1">
                <a:latin typeface="Consolas" panose="020B0609020204030204" pitchFamily="49" charset="0"/>
              </a:rPr>
              <a:t>id_equipo</a:t>
            </a:r>
            <a:r>
              <a:rPr lang="es-ES" sz="1800" i="1" dirty="0">
                <a:latin typeface="Consolas" panose="020B0609020204030204" pitchFamily="49" charset="0"/>
              </a:rPr>
              <a:t>`;</a:t>
            </a:r>
          </a:p>
        </p:txBody>
      </p:sp>
    </p:spTree>
    <p:extLst>
      <p:ext uri="{BB962C8B-B14F-4D97-AF65-F5344CB8AC3E}">
        <p14:creationId xmlns:p14="http://schemas.microsoft.com/office/powerpoint/2010/main" val="1198713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D2809E-B321-F99B-9D94-15B09290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3AE8026-8C47-8307-7F4C-1BE813465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59DEB39-8B3A-3CF6-6FFD-200392064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637762"/>
            <a:ext cx="4042944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Migrar los datos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(El "Match")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CFE8F1-408A-5FE9-0248-870BB5E7B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B649869F-4777-D862-76D4-20D7E2270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9421" y="464024"/>
            <a:ext cx="7442568" cy="5936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1800" i="1" dirty="0">
                <a:latin typeface="Consolas" panose="020B0609020204030204" pitchFamily="49" charset="0"/>
              </a:rPr>
              <a:t>UPDATE `</a:t>
            </a:r>
            <a:r>
              <a:rPr lang="es-ES" sz="1800" i="1" dirty="0" err="1">
                <a:latin typeface="Consolas" panose="020B0609020204030204" pitchFamily="49" charset="0"/>
              </a:rPr>
              <a:t>el_chip`.`equipo</a:t>
            </a:r>
            <a:r>
              <a:rPr lang="es-ES" sz="1800" i="1" dirty="0">
                <a:latin typeface="Consolas" panose="020B0609020204030204" pitchFamily="49" charset="0"/>
              </a:rPr>
              <a:t>` e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JOIN `el_chip`.`</a:t>
            </a:r>
            <a:r>
              <a:rPr lang="es-ES" sz="1800" i="1" dirty="0" err="1">
                <a:latin typeface="Consolas" panose="020B0609020204030204" pitchFamily="49" charset="0"/>
              </a:rPr>
              <a:t>equipotipo</a:t>
            </a:r>
            <a:r>
              <a:rPr lang="es-ES" sz="1800" i="1" dirty="0">
                <a:latin typeface="Consolas" panose="020B0609020204030204" pitchFamily="49" charset="0"/>
              </a:rPr>
              <a:t>` et ON </a:t>
            </a:r>
            <a:r>
              <a:rPr lang="es-ES" sz="1800" i="1" dirty="0" err="1">
                <a:latin typeface="Consolas" panose="020B0609020204030204" pitchFamily="49" charset="0"/>
              </a:rPr>
              <a:t>e.tipo</a:t>
            </a:r>
            <a:r>
              <a:rPr lang="es-ES" sz="1800" i="1" dirty="0">
                <a:latin typeface="Consolas" panose="020B0609020204030204" pitchFamily="49" charset="0"/>
              </a:rPr>
              <a:t> = </a:t>
            </a:r>
            <a:r>
              <a:rPr lang="es-ES" sz="1800" i="1" dirty="0" err="1">
                <a:latin typeface="Consolas" panose="020B0609020204030204" pitchFamily="49" charset="0"/>
              </a:rPr>
              <a:t>et.nombre</a:t>
            </a:r>
            <a:endParaRPr lang="es-ES" sz="1800" i="1" dirty="0">
              <a:latin typeface="Consolas" panose="020B0609020204030204" pitchFamily="49" charset="0"/>
            </a:endParaRP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SET </a:t>
            </a:r>
            <a:r>
              <a:rPr lang="es-ES" sz="1800" i="1" dirty="0" err="1">
                <a:latin typeface="Consolas" panose="020B0609020204030204" pitchFamily="49" charset="0"/>
              </a:rPr>
              <a:t>e.id_equipotipo</a:t>
            </a:r>
            <a:r>
              <a:rPr lang="es-ES" sz="1800" i="1" dirty="0">
                <a:latin typeface="Consolas" panose="020B0609020204030204" pitchFamily="49" charset="0"/>
              </a:rPr>
              <a:t> = </a:t>
            </a:r>
            <a:r>
              <a:rPr lang="es-ES" sz="1800" i="1" dirty="0" err="1">
                <a:latin typeface="Consolas" panose="020B0609020204030204" pitchFamily="49" charset="0"/>
              </a:rPr>
              <a:t>et.id_equipotipo</a:t>
            </a:r>
            <a:r>
              <a:rPr lang="es-ES" sz="1800" i="1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98374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13CFE-77E8-3E49-1B6A-9C1F9AFC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AF5C9B-EAF7-00FB-9746-7603BDCC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427CCFF-E1D8-B095-4AA9-1D3664E2C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637762"/>
            <a:ext cx="4042944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Establecer la restricción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600" dirty="0">
                <a:solidFill>
                  <a:schemeClr val="bg1"/>
                </a:solidFill>
                <a:latin typeface="Consolas" panose="020B0609020204030204" pitchFamily="49" charset="0"/>
              </a:rPr>
              <a:t>de Integridad Referencial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73D390-D2DE-E50C-CA9C-C25CC749B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4DACA7F-24CF-7F72-A332-F18533F79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9421" y="464024"/>
            <a:ext cx="7442568" cy="5936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1800" i="1" dirty="0">
                <a:latin typeface="Consolas" panose="020B0609020204030204" pitchFamily="49" charset="0"/>
              </a:rPr>
              <a:t> ALTER TABLE `</a:t>
            </a:r>
            <a:r>
              <a:rPr lang="es-ES" sz="1800" i="1" dirty="0" err="1">
                <a:latin typeface="Consolas" panose="020B0609020204030204" pitchFamily="49" charset="0"/>
              </a:rPr>
              <a:t>el_chip`.`equipo</a:t>
            </a:r>
            <a:r>
              <a:rPr lang="es-ES" sz="1800" i="1" dirty="0">
                <a:latin typeface="Consolas" panose="020B0609020204030204" pitchFamily="49" charset="0"/>
              </a:rPr>
              <a:t>`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MODIFY COLUMN `</a:t>
            </a:r>
            <a:r>
              <a:rPr lang="es-ES" sz="1800" i="1" dirty="0" err="1">
                <a:latin typeface="Consolas" panose="020B0609020204030204" pitchFamily="49" charset="0"/>
              </a:rPr>
              <a:t>id_equipotipo</a:t>
            </a:r>
            <a:r>
              <a:rPr lang="es-ES" sz="1800" i="1" dirty="0">
                <a:latin typeface="Consolas" panose="020B0609020204030204" pitchFamily="49" charset="0"/>
              </a:rPr>
              <a:t>` INT NOT NULL,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ADD CONSTRAINT `</a:t>
            </a:r>
            <a:r>
              <a:rPr lang="es-ES" sz="1800" i="1" dirty="0" err="1">
                <a:latin typeface="Consolas" panose="020B0609020204030204" pitchFamily="49" charset="0"/>
              </a:rPr>
              <a:t>fk_equipo_equipotipo</a:t>
            </a:r>
            <a:r>
              <a:rPr lang="es-ES" sz="1800" i="1" dirty="0">
                <a:latin typeface="Consolas" panose="020B0609020204030204" pitchFamily="49" charset="0"/>
              </a:rPr>
              <a:t>`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   FOREIGN KEY (`</a:t>
            </a:r>
            <a:r>
              <a:rPr lang="es-ES" sz="1800" i="1" dirty="0" err="1">
                <a:latin typeface="Consolas" panose="020B0609020204030204" pitchFamily="49" charset="0"/>
              </a:rPr>
              <a:t>id_equipotipo</a:t>
            </a:r>
            <a:r>
              <a:rPr lang="es-ES" sz="1800" i="1" dirty="0">
                <a:latin typeface="Consolas" panose="020B0609020204030204" pitchFamily="49" charset="0"/>
              </a:rPr>
              <a:t>`)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   REFERENCES `el_chip`.`</a:t>
            </a:r>
            <a:r>
              <a:rPr lang="es-ES" sz="1800" i="1" dirty="0" err="1">
                <a:latin typeface="Consolas" panose="020B0609020204030204" pitchFamily="49" charset="0"/>
              </a:rPr>
              <a:t>equipotipo</a:t>
            </a:r>
            <a:r>
              <a:rPr lang="es-ES" sz="1800" i="1" dirty="0">
                <a:latin typeface="Consolas" panose="020B0609020204030204" pitchFamily="49" charset="0"/>
              </a:rPr>
              <a:t>` (`</a:t>
            </a:r>
            <a:r>
              <a:rPr lang="es-ES" sz="1800" i="1" dirty="0" err="1">
                <a:latin typeface="Consolas" panose="020B0609020204030204" pitchFamily="49" charset="0"/>
              </a:rPr>
              <a:t>id_equipotipo</a:t>
            </a:r>
            <a:r>
              <a:rPr lang="es-ES" sz="1800" i="1" dirty="0">
                <a:latin typeface="Consolas" panose="020B0609020204030204" pitchFamily="49" charset="0"/>
              </a:rPr>
              <a:t>`)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   ON DELETE NO ACTION</a:t>
            </a:r>
          </a:p>
          <a:p>
            <a:pPr algn="l"/>
            <a:r>
              <a:rPr lang="es-ES" sz="1800" i="1" dirty="0">
                <a:latin typeface="Consolas" panose="020B0609020204030204" pitchFamily="49" charset="0"/>
              </a:rPr>
              <a:t>      ON UPDATE NO ACTION;</a:t>
            </a:r>
          </a:p>
        </p:txBody>
      </p:sp>
    </p:spTree>
    <p:extLst>
      <p:ext uri="{BB962C8B-B14F-4D97-AF65-F5344CB8AC3E}">
        <p14:creationId xmlns:p14="http://schemas.microsoft.com/office/powerpoint/2010/main" val="3945864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599EB-563F-E8AD-ED1A-2C977AB6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F9121B4-5615-557F-5ABA-EE15C05C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7373CF7-82DE-5893-8329-C05527730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637762"/>
            <a:ext cx="3898709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Limpieza final</a:t>
            </a:r>
            <a:endParaRPr lang="en-US" sz="14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894973-9864-A453-3B29-C709D4756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E65FA8C7-A8EB-640E-9F98-993ACDF5A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3321" y="464024"/>
            <a:ext cx="6783878" cy="5936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1800" i="1" dirty="0">
                <a:latin typeface="Consolas" panose="020B0609020204030204" pitchFamily="49" charset="0"/>
              </a:rPr>
              <a:t> ALTER TABLE `</a:t>
            </a:r>
            <a:r>
              <a:rPr lang="es-ES" sz="1800" i="1" dirty="0" err="1">
                <a:latin typeface="Consolas" panose="020B0609020204030204" pitchFamily="49" charset="0"/>
              </a:rPr>
              <a:t>el_chip`.`equipo</a:t>
            </a:r>
            <a:r>
              <a:rPr lang="es-ES" sz="1800" i="1" dirty="0">
                <a:latin typeface="Consolas" panose="020B0609020204030204" pitchFamily="49" charset="0"/>
              </a:rPr>
              <a:t>` DROP COLUMN `tipo`;</a:t>
            </a:r>
          </a:p>
        </p:txBody>
      </p:sp>
    </p:spTree>
    <p:extLst>
      <p:ext uri="{BB962C8B-B14F-4D97-AF65-F5344CB8AC3E}">
        <p14:creationId xmlns:p14="http://schemas.microsoft.com/office/powerpoint/2010/main" val="2237263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418C3-2B00-0280-BB4A-D16EF214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ACAC4C0-8758-845B-07A4-E60A75415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CC8ABE-0194-C6AD-547D-7E58FC9C0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F779A946-DDD2-3F1A-EC01-8A74A325A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3321" y="464024"/>
            <a:ext cx="6783878" cy="5936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1800" i="1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06707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668</Words>
  <Application>Microsoft Office PowerPoint</Application>
  <PresentationFormat>Panorámica</PresentationFormat>
  <Paragraphs>121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Tema de Office</vt:lpstr>
      <vt:lpstr>Diseño personalizado</vt:lpstr>
      <vt:lpstr>SQL</vt:lpstr>
      <vt:lpstr>Conjuntos funcionales del lenguaje SQL</vt:lpstr>
      <vt:lpstr>DDL Lenguaje de Definición de Datos:</vt:lpstr>
      <vt:lpstr>DML Lenguaje de Manipulación de Datos:</vt:lpstr>
      <vt:lpstr>DQL Lenguaje de Consulta de Datos:</vt:lpstr>
      <vt:lpstr>DCL Lenguaje de Control de Datos:</vt:lpstr>
      <vt:lpstr>TCL Lenguaje de Control de Transacciones:</vt:lpstr>
      <vt:lpstr>Un Ejemplo</vt:lpstr>
      <vt:lpstr>Presentación del problema Sin normalización</vt:lpstr>
      <vt:lpstr>¡¡¡Trabajemos!!! Normalizando…</vt:lpstr>
      <vt:lpstr>Crear la tabla de tipo de equipo</vt:lpstr>
      <vt:lpstr>Poblar la tabla equipotipo</vt:lpstr>
      <vt:lpstr>Modificar la tabla equipo</vt:lpstr>
      <vt:lpstr>Migrar los datos (El "Match")</vt:lpstr>
      <vt:lpstr>Establecer la restricción de Integridad Referencial</vt:lpstr>
      <vt:lpstr>Limpieza final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Cass</dc:creator>
  <cp:lastModifiedBy>Diego Cass</cp:lastModifiedBy>
  <cp:revision>3</cp:revision>
  <dcterms:created xsi:type="dcterms:W3CDTF">2026-03-18T23:13:34Z</dcterms:created>
  <dcterms:modified xsi:type="dcterms:W3CDTF">2026-06-05T20:47:28Z</dcterms:modified>
</cp:coreProperties>
</file>