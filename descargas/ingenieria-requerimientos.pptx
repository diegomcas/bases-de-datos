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75" r:id="rId5"/>
    <p:sldId id="259" r:id="rId6"/>
    <p:sldId id="277" r:id="rId7"/>
    <p:sldId id="276" r:id="rId8"/>
    <p:sldId id="261" r:id="rId9"/>
    <p:sldId id="278" r:id="rId10"/>
    <p:sldId id="279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C353B-0329-4252-BD4A-BE41203497F8}" v="15" dt="2026-05-22T16:30:12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2906" autoAdjust="0"/>
  </p:normalViewPr>
  <p:slideViewPr>
    <p:cSldViewPr snapToGrid="0">
      <p:cViewPr varScale="1">
        <p:scale>
          <a:sx n="58" d="100"/>
          <a:sy n="58" d="100"/>
        </p:scale>
        <p:origin x="2634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Cass" userId="78b1f702ed5b9641" providerId="LiveId" clId="{76CDE4F7-638A-4091-9B80-A40AEC11711B}"/>
    <pc:docChg chg="undo custSel addSld delSld modSld sldOrd">
      <pc:chgData name="Diego Cass" userId="78b1f702ed5b9641" providerId="LiveId" clId="{76CDE4F7-638A-4091-9B80-A40AEC11711B}" dt="2026-05-22T16:31:36.191" v="2252" actId="47"/>
      <pc:docMkLst>
        <pc:docMk/>
      </pc:docMkLst>
      <pc:sldChg chg="addSp modSp mod setBg addAnim modAnim setClrOvrMap">
        <pc:chgData name="Diego Cass" userId="78b1f702ed5b9641" providerId="LiveId" clId="{76CDE4F7-638A-4091-9B80-A40AEC11711B}" dt="2026-05-22T15:49:25.423" v="1700" actId="6549"/>
        <pc:sldMkLst>
          <pc:docMk/>
          <pc:sldMk cId="3477461280" sldId="256"/>
        </pc:sldMkLst>
        <pc:spChg chg="mod">
          <ac:chgData name="Diego Cass" userId="78b1f702ed5b9641" providerId="LiveId" clId="{76CDE4F7-638A-4091-9B80-A40AEC11711B}" dt="2026-05-22T15:49:25.423" v="1700" actId="6549"/>
          <ac:spMkLst>
            <pc:docMk/>
            <pc:sldMk cId="3477461280" sldId="256"/>
            <ac:spMk id="2" creationId="{1218CDAB-44BA-A10B-9462-435219F53375}"/>
          </ac:spMkLst>
        </pc:spChg>
      </pc:sldChg>
      <pc:sldChg chg="addSp delSp modSp mod modNotesTx">
        <pc:chgData name="Diego Cass" userId="78b1f702ed5b9641" providerId="LiveId" clId="{76CDE4F7-638A-4091-9B80-A40AEC11711B}" dt="2026-05-22T16:07:49.623" v="1893" actId="5793"/>
        <pc:sldMkLst>
          <pc:docMk/>
          <pc:sldMk cId="2620780405" sldId="257"/>
        </pc:sldMkLst>
        <pc:spChg chg="del mod">
          <ac:chgData name="Diego Cass" userId="78b1f702ed5b9641" providerId="LiveId" clId="{76CDE4F7-638A-4091-9B80-A40AEC11711B}" dt="2026-05-22T15:50:53.409" v="1740" actId="478"/>
          <ac:spMkLst>
            <pc:docMk/>
            <pc:sldMk cId="2620780405" sldId="257"/>
            <ac:spMk id="3" creationId="{73FC9392-39B6-CE1F-CC99-85F4DA4F6957}"/>
          </ac:spMkLst>
        </pc:spChg>
        <pc:spChg chg="add del mod">
          <ac:chgData name="Diego Cass" userId="78b1f702ed5b9641" providerId="LiveId" clId="{76CDE4F7-638A-4091-9B80-A40AEC11711B}" dt="2026-05-22T15:51:25.401" v="1743" actId="478"/>
          <ac:spMkLst>
            <pc:docMk/>
            <pc:sldMk cId="2620780405" sldId="257"/>
            <ac:spMk id="4" creationId="{68A654B7-1241-4583-7861-D3917688B0A7}"/>
          </ac:spMkLst>
        </pc:spChg>
        <pc:spChg chg="add mod">
          <ac:chgData name="Diego Cass" userId="78b1f702ed5b9641" providerId="LiveId" clId="{76CDE4F7-638A-4091-9B80-A40AEC11711B}" dt="2026-05-22T16:05:30.440" v="1824" actId="20577"/>
          <ac:spMkLst>
            <pc:docMk/>
            <pc:sldMk cId="2620780405" sldId="257"/>
            <ac:spMk id="5" creationId="{1DF52B42-E9CE-1CF6-878F-95955CCD087A}"/>
          </ac:spMkLst>
        </pc:spChg>
        <pc:spChg chg="mod">
          <ac:chgData name="Diego Cass" userId="78b1f702ed5b9641" providerId="LiveId" clId="{76CDE4F7-638A-4091-9B80-A40AEC11711B}" dt="2026-05-22T15:50:44.726" v="1738" actId="20577"/>
          <ac:spMkLst>
            <pc:docMk/>
            <pc:sldMk cId="2620780405" sldId="257"/>
            <ac:spMk id="6" creationId="{C0A6236C-72BB-10CC-7CA9-8CB551A50841}"/>
          </ac:spMkLst>
        </pc:spChg>
      </pc:sldChg>
      <pc:sldChg chg="modSp mod">
        <pc:chgData name="Diego Cass" userId="78b1f702ed5b9641" providerId="LiveId" clId="{76CDE4F7-638A-4091-9B80-A40AEC11711B}" dt="2026-05-22T16:15:54.067" v="2067" actId="122"/>
        <pc:sldMkLst>
          <pc:docMk/>
          <pc:sldMk cId="2581630147" sldId="259"/>
        </pc:sldMkLst>
        <pc:spChg chg="mod">
          <ac:chgData name="Diego Cass" userId="78b1f702ed5b9641" providerId="LiveId" clId="{76CDE4F7-638A-4091-9B80-A40AEC11711B}" dt="2026-05-22T16:15:54.067" v="2067" actId="122"/>
          <ac:spMkLst>
            <pc:docMk/>
            <pc:sldMk cId="2581630147" sldId="259"/>
            <ac:spMk id="3" creationId="{C349199E-C562-BB47-9DCD-A6E6FF1F675B}"/>
          </ac:spMkLst>
        </pc:spChg>
        <pc:spChg chg="mod">
          <ac:chgData name="Diego Cass" userId="78b1f702ed5b9641" providerId="LiveId" clId="{76CDE4F7-638A-4091-9B80-A40AEC11711B}" dt="2026-05-22T16:09:34.208" v="1911" actId="20577"/>
          <ac:spMkLst>
            <pc:docMk/>
            <pc:sldMk cId="2581630147" sldId="259"/>
            <ac:spMk id="6" creationId="{E34A95D0-1CAA-2E0C-B0E1-66501017F4DC}"/>
          </ac:spMkLst>
        </pc:spChg>
      </pc:sldChg>
      <pc:sldChg chg="del">
        <pc:chgData name="Diego Cass" userId="78b1f702ed5b9641" providerId="LiveId" clId="{76CDE4F7-638A-4091-9B80-A40AEC11711B}" dt="2026-05-22T16:31:36.191" v="2252" actId="47"/>
        <pc:sldMkLst>
          <pc:docMk/>
          <pc:sldMk cId="1485898178" sldId="260"/>
        </pc:sldMkLst>
      </pc:sldChg>
      <pc:sldChg chg="addSp delSp modSp mod delAnim modNotesTx">
        <pc:chgData name="Diego Cass" userId="78b1f702ed5b9641" providerId="LiveId" clId="{76CDE4F7-638A-4091-9B80-A40AEC11711B}" dt="2026-05-22T16:31:11.680" v="2248" actId="20577"/>
        <pc:sldMkLst>
          <pc:docMk/>
          <pc:sldMk cId="1863070878" sldId="261"/>
        </pc:sldMkLst>
        <pc:spChg chg="del">
          <ac:chgData name="Diego Cass" userId="78b1f702ed5b9641" providerId="LiveId" clId="{76CDE4F7-638A-4091-9B80-A40AEC11711B}" dt="2026-05-22T16:20:28.682" v="2143" actId="478"/>
          <ac:spMkLst>
            <pc:docMk/>
            <pc:sldMk cId="1863070878" sldId="261"/>
            <ac:spMk id="2" creationId="{EBBA8B98-72DA-B4F5-DFCB-986858A4E616}"/>
          </ac:spMkLst>
        </pc:spChg>
        <pc:spChg chg="del">
          <ac:chgData name="Diego Cass" userId="78b1f702ed5b9641" providerId="LiveId" clId="{76CDE4F7-638A-4091-9B80-A40AEC11711B}" dt="2026-05-22T16:20:19.606" v="2141" actId="478"/>
          <ac:spMkLst>
            <pc:docMk/>
            <pc:sldMk cId="1863070878" sldId="261"/>
            <ac:spMk id="3" creationId="{46E3D1E7-A3B0-3FCB-24BC-B2573E7BE24B}"/>
          </ac:spMkLst>
        </pc:spChg>
        <pc:spChg chg="mod">
          <ac:chgData name="Diego Cass" userId="78b1f702ed5b9641" providerId="LiveId" clId="{76CDE4F7-638A-4091-9B80-A40AEC11711B}" dt="2026-05-22T16:20:10.399" v="2139" actId="255"/>
          <ac:spMkLst>
            <pc:docMk/>
            <pc:sldMk cId="1863070878" sldId="261"/>
            <ac:spMk id="6" creationId="{A3C7E01D-68F7-9E8A-E742-32924EB03D1B}"/>
          </ac:spMkLst>
        </pc:spChg>
        <pc:spChg chg="add del mod">
          <ac:chgData name="Diego Cass" userId="78b1f702ed5b9641" providerId="LiveId" clId="{76CDE4F7-638A-4091-9B80-A40AEC11711B}" dt="2026-05-22T16:20:20.781" v="2142" actId="478"/>
          <ac:spMkLst>
            <pc:docMk/>
            <pc:sldMk cId="1863070878" sldId="261"/>
            <ac:spMk id="7" creationId="{40B72957-55ED-36F6-4E62-77F6D0AA1D65}"/>
          </ac:spMkLst>
        </pc:spChg>
        <pc:spChg chg="add del mod">
          <ac:chgData name="Diego Cass" userId="78b1f702ed5b9641" providerId="LiveId" clId="{76CDE4F7-638A-4091-9B80-A40AEC11711B}" dt="2026-05-22T16:21:39.008" v="2173" actId="478"/>
          <ac:spMkLst>
            <pc:docMk/>
            <pc:sldMk cId="1863070878" sldId="261"/>
            <ac:spMk id="10" creationId="{9EB3D5B5-2093-CEA9-19CF-DBD1897B49D4}"/>
          </ac:spMkLst>
        </pc:spChg>
        <pc:spChg chg="add del">
          <ac:chgData name="Diego Cass" userId="78b1f702ed5b9641" providerId="LiveId" clId="{76CDE4F7-638A-4091-9B80-A40AEC11711B}" dt="2026-05-22T16:22:40.127" v="2175" actId="22"/>
          <ac:spMkLst>
            <pc:docMk/>
            <pc:sldMk cId="1863070878" sldId="261"/>
            <ac:spMk id="12" creationId="{0CCF0BE6-7517-7C2C-2FDA-1DF8F7445B0B}"/>
          </ac:spMkLst>
        </pc:spChg>
        <pc:spChg chg="add mod">
          <ac:chgData name="Diego Cass" userId="78b1f702ed5b9641" providerId="LiveId" clId="{76CDE4F7-638A-4091-9B80-A40AEC11711B}" dt="2026-05-22T16:24:20.512" v="2192" actId="1076"/>
          <ac:spMkLst>
            <pc:docMk/>
            <pc:sldMk cId="1863070878" sldId="261"/>
            <ac:spMk id="14" creationId="{7518CB3F-EBF1-8876-0EEE-BEAF48238F92}"/>
          </ac:spMkLst>
        </pc:spChg>
        <pc:graphicFrameChg chg="add del modGraphic">
          <ac:chgData name="Diego Cass" userId="78b1f702ed5b9641" providerId="LiveId" clId="{76CDE4F7-638A-4091-9B80-A40AEC11711B}" dt="2026-05-22T16:21:12.679" v="2156" actId="478"/>
          <ac:graphicFrameMkLst>
            <pc:docMk/>
            <pc:sldMk cId="1863070878" sldId="261"/>
            <ac:graphicFrameMk id="8" creationId="{91FB3487-1D6E-5D47-AC7D-F0AB540D8CCF}"/>
          </ac:graphicFrameMkLst>
        </pc:graphicFrameChg>
        <pc:picChg chg="add mod">
          <ac:chgData name="Diego Cass" userId="78b1f702ed5b9641" providerId="LiveId" clId="{76CDE4F7-638A-4091-9B80-A40AEC11711B}" dt="2026-05-22T16:25:16.788" v="2201" actId="1076"/>
          <ac:picMkLst>
            <pc:docMk/>
            <pc:sldMk cId="1863070878" sldId="261"/>
            <ac:picMk id="16" creationId="{609B33FC-9196-7408-AD04-8393C74DEE0E}"/>
          </ac:picMkLst>
        </pc:picChg>
        <pc:cxnChg chg="del mod">
          <ac:chgData name="Diego Cass" userId="78b1f702ed5b9641" providerId="LiveId" clId="{76CDE4F7-638A-4091-9B80-A40AEC11711B}" dt="2026-05-22T16:20:18.228" v="2140" actId="478"/>
          <ac:cxnSpMkLst>
            <pc:docMk/>
            <pc:sldMk cId="1863070878" sldId="261"/>
            <ac:cxnSpMk id="5" creationId="{147F9697-F5F9-46DD-2561-EC2EB68471BB}"/>
          </ac:cxnSpMkLst>
        </pc:cxnChg>
      </pc:sldChg>
      <pc:sldChg chg="del">
        <pc:chgData name="Diego Cass" userId="78b1f702ed5b9641" providerId="LiveId" clId="{76CDE4F7-638A-4091-9B80-A40AEC11711B}" dt="2026-05-22T16:31:27.572" v="2249" actId="47"/>
        <pc:sldMkLst>
          <pc:docMk/>
          <pc:sldMk cId="1176834877" sldId="262"/>
        </pc:sldMkLst>
      </pc:sldChg>
      <pc:sldChg chg="del">
        <pc:chgData name="Diego Cass" userId="78b1f702ed5b9641" providerId="LiveId" clId="{76CDE4F7-638A-4091-9B80-A40AEC11711B}" dt="2026-05-22T16:31:27.572" v="2249" actId="47"/>
        <pc:sldMkLst>
          <pc:docMk/>
          <pc:sldMk cId="808528752" sldId="263"/>
        </pc:sldMkLst>
      </pc:sldChg>
      <pc:sldChg chg="del">
        <pc:chgData name="Diego Cass" userId="78b1f702ed5b9641" providerId="LiveId" clId="{76CDE4F7-638A-4091-9B80-A40AEC11711B}" dt="2026-05-22T16:31:27.572" v="2249" actId="47"/>
        <pc:sldMkLst>
          <pc:docMk/>
          <pc:sldMk cId="4261760075" sldId="264"/>
        </pc:sldMkLst>
      </pc:sldChg>
      <pc:sldChg chg="del">
        <pc:chgData name="Diego Cass" userId="78b1f702ed5b9641" providerId="LiveId" clId="{76CDE4F7-638A-4091-9B80-A40AEC11711B}" dt="2026-05-22T16:31:29.967" v="2250" actId="47"/>
        <pc:sldMkLst>
          <pc:docMk/>
          <pc:sldMk cId="1713404315" sldId="265"/>
        </pc:sldMkLst>
      </pc:sldChg>
      <pc:sldChg chg="del">
        <pc:chgData name="Diego Cass" userId="78b1f702ed5b9641" providerId="LiveId" clId="{76CDE4F7-638A-4091-9B80-A40AEC11711B}" dt="2026-05-22T16:31:29.967" v="2250" actId="47"/>
        <pc:sldMkLst>
          <pc:docMk/>
          <pc:sldMk cId="3854638626" sldId="266"/>
        </pc:sldMkLst>
      </pc:sldChg>
      <pc:sldChg chg="del">
        <pc:chgData name="Diego Cass" userId="78b1f702ed5b9641" providerId="LiveId" clId="{76CDE4F7-638A-4091-9B80-A40AEC11711B}" dt="2026-05-22T16:31:29.967" v="2250" actId="47"/>
        <pc:sldMkLst>
          <pc:docMk/>
          <pc:sldMk cId="3645971875" sldId="267"/>
        </pc:sldMkLst>
      </pc:sldChg>
      <pc:sldChg chg="del">
        <pc:chgData name="Diego Cass" userId="78b1f702ed5b9641" providerId="LiveId" clId="{76CDE4F7-638A-4091-9B80-A40AEC11711B}" dt="2026-05-22T16:31:33.900" v="2251" actId="47"/>
        <pc:sldMkLst>
          <pc:docMk/>
          <pc:sldMk cId="2268123713" sldId="268"/>
        </pc:sldMkLst>
      </pc:sldChg>
      <pc:sldChg chg="del">
        <pc:chgData name="Diego Cass" userId="78b1f702ed5b9641" providerId="LiveId" clId="{76CDE4F7-638A-4091-9B80-A40AEC11711B}" dt="2026-05-22T16:31:33.900" v="2251" actId="47"/>
        <pc:sldMkLst>
          <pc:docMk/>
          <pc:sldMk cId="3210447537" sldId="269"/>
        </pc:sldMkLst>
      </pc:sldChg>
      <pc:sldChg chg="del">
        <pc:chgData name="Diego Cass" userId="78b1f702ed5b9641" providerId="LiveId" clId="{76CDE4F7-638A-4091-9B80-A40AEC11711B}" dt="2026-05-22T16:31:33.900" v="2251" actId="47"/>
        <pc:sldMkLst>
          <pc:docMk/>
          <pc:sldMk cId="715465867" sldId="270"/>
        </pc:sldMkLst>
      </pc:sldChg>
      <pc:sldChg chg="del">
        <pc:chgData name="Diego Cass" userId="78b1f702ed5b9641" providerId="LiveId" clId="{76CDE4F7-638A-4091-9B80-A40AEC11711B}" dt="2026-05-22T16:31:33.900" v="2251" actId="47"/>
        <pc:sldMkLst>
          <pc:docMk/>
          <pc:sldMk cId="825326281" sldId="271"/>
        </pc:sldMkLst>
      </pc:sldChg>
      <pc:sldChg chg="del">
        <pc:chgData name="Diego Cass" userId="78b1f702ed5b9641" providerId="LiveId" clId="{76CDE4F7-638A-4091-9B80-A40AEC11711B}" dt="2026-05-22T16:31:33.900" v="2251" actId="47"/>
        <pc:sldMkLst>
          <pc:docMk/>
          <pc:sldMk cId="3451441063" sldId="272"/>
        </pc:sldMkLst>
      </pc:sldChg>
      <pc:sldChg chg="del">
        <pc:chgData name="Diego Cass" userId="78b1f702ed5b9641" providerId="LiveId" clId="{76CDE4F7-638A-4091-9B80-A40AEC11711B}" dt="2026-05-22T16:31:36.191" v="2252" actId="47"/>
        <pc:sldMkLst>
          <pc:docMk/>
          <pc:sldMk cId="913446676" sldId="273"/>
        </pc:sldMkLst>
      </pc:sldChg>
      <pc:sldChg chg="del">
        <pc:chgData name="Diego Cass" userId="78b1f702ed5b9641" providerId="LiveId" clId="{76CDE4F7-638A-4091-9B80-A40AEC11711B}" dt="2026-05-22T16:31:36.191" v="2252" actId="47"/>
        <pc:sldMkLst>
          <pc:docMk/>
          <pc:sldMk cId="825182260" sldId="274"/>
        </pc:sldMkLst>
      </pc:sldChg>
      <pc:sldChg chg="modSp add mod ord">
        <pc:chgData name="Diego Cass" userId="78b1f702ed5b9641" providerId="LiveId" clId="{76CDE4F7-638A-4091-9B80-A40AEC11711B}" dt="2026-05-22T16:24:25.742" v="2194"/>
        <pc:sldMkLst>
          <pc:docMk/>
          <pc:sldMk cId="1780681661" sldId="275"/>
        </pc:sldMkLst>
        <pc:spChg chg="mod">
          <ac:chgData name="Diego Cass" userId="78b1f702ed5b9641" providerId="LiveId" clId="{76CDE4F7-638A-4091-9B80-A40AEC11711B}" dt="2026-05-22T15:49:37" v="1705" actId="20577"/>
          <ac:spMkLst>
            <pc:docMk/>
            <pc:sldMk cId="1780681661" sldId="275"/>
            <ac:spMk id="2" creationId="{00D78303-FF9A-BBEC-B05F-6D12BC5DC635}"/>
          </ac:spMkLst>
        </pc:spChg>
      </pc:sldChg>
      <pc:sldChg chg="modSp add mod">
        <pc:chgData name="Diego Cass" userId="78b1f702ed5b9641" providerId="LiveId" clId="{76CDE4F7-638A-4091-9B80-A40AEC11711B}" dt="2026-05-22T16:19:01.157" v="2110" actId="122"/>
        <pc:sldMkLst>
          <pc:docMk/>
          <pc:sldMk cId="3672737083" sldId="276"/>
        </pc:sldMkLst>
        <pc:spChg chg="mod">
          <ac:chgData name="Diego Cass" userId="78b1f702ed5b9641" providerId="LiveId" clId="{76CDE4F7-638A-4091-9B80-A40AEC11711B}" dt="2026-05-22T16:19:01.157" v="2110" actId="122"/>
          <ac:spMkLst>
            <pc:docMk/>
            <pc:sldMk cId="3672737083" sldId="276"/>
            <ac:spMk id="3" creationId="{0CDA6F8B-0AC1-3902-BD67-77676343C7D3}"/>
          </ac:spMkLst>
        </pc:spChg>
      </pc:sldChg>
      <pc:sldChg chg="modSp add mod ord">
        <pc:chgData name="Diego Cass" userId="78b1f702ed5b9641" providerId="LiveId" clId="{76CDE4F7-638A-4091-9B80-A40AEC11711B}" dt="2026-05-22T16:18:11.301" v="2099"/>
        <pc:sldMkLst>
          <pc:docMk/>
          <pc:sldMk cId="3881814325" sldId="277"/>
        </pc:sldMkLst>
        <pc:spChg chg="mod">
          <ac:chgData name="Diego Cass" userId="78b1f702ed5b9641" providerId="LiveId" clId="{76CDE4F7-638A-4091-9B80-A40AEC11711B}" dt="2026-05-22T16:17:56.311" v="2097" actId="255"/>
          <ac:spMkLst>
            <pc:docMk/>
            <pc:sldMk cId="3881814325" sldId="277"/>
            <ac:spMk id="3" creationId="{BE8B6986-6908-DE32-F8CE-A1E7AACB0DB6}"/>
          </ac:spMkLst>
        </pc:spChg>
      </pc:sldChg>
      <pc:sldChg chg="addSp delSp modSp add mod modNotesTx">
        <pc:chgData name="Diego Cass" userId="78b1f702ed5b9641" providerId="LiveId" clId="{76CDE4F7-638A-4091-9B80-A40AEC11711B}" dt="2026-05-22T16:31:10.155" v="2247" actId="20577"/>
        <pc:sldMkLst>
          <pc:docMk/>
          <pc:sldMk cId="3227882504" sldId="278"/>
        </pc:sldMkLst>
        <pc:spChg chg="mod">
          <ac:chgData name="Diego Cass" userId="78b1f702ed5b9641" providerId="LiveId" clId="{76CDE4F7-638A-4091-9B80-A40AEC11711B}" dt="2026-05-22T16:29:23.512" v="2227" actId="108"/>
          <ac:spMkLst>
            <pc:docMk/>
            <pc:sldMk cId="3227882504" sldId="278"/>
            <ac:spMk id="14" creationId="{46E0E559-1BCE-AFF0-6CA0-0A9A710F7D40}"/>
          </ac:spMkLst>
        </pc:spChg>
        <pc:picChg chg="add del mod">
          <ac:chgData name="Diego Cass" userId="78b1f702ed5b9641" providerId="LiveId" clId="{76CDE4F7-638A-4091-9B80-A40AEC11711B}" dt="2026-05-22T16:27:03.271" v="2202" actId="478"/>
          <ac:picMkLst>
            <pc:docMk/>
            <pc:sldMk cId="3227882504" sldId="278"/>
            <ac:picMk id="3" creationId="{29B929C5-858C-A9A6-EFD4-C2918AEF9E2C}"/>
          </ac:picMkLst>
        </pc:picChg>
        <pc:picChg chg="add mod">
          <ac:chgData name="Diego Cass" userId="78b1f702ed5b9641" providerId="LiveId" clId="{76CDE4F7-638A-4091-9B80-A40AEC11711B}" dt="2026-05-22T16:27:10.528" v="2205" actId="14100"/>
          <ac:picMkLst>
            <pc:docMk/>
            <pc:sldMk cId="3227882504" sldId="278"/>
            <ac:picMk id="5" creationId="{AD561122-086B-6355-1E46-2043BDA68B18}"/>
          </ac:picMkLst>
        </pc:picChg>
        <pc:picChg chg="del">
          <ac:chgData name="Diego Cass" userId="78b1f702ed5b9641" providerId="LiveId" clId="{76CDE4F7-638A-4091-9B80-A40AEC11711B}" dt="2026-05-22T16:24:51.785" v="2197" actId="478"/>
          <ac:picMkLst>
            <pc:docMk/>
            <pc:sldMk cId="3227882504" sldId="278"/>
            <ac:picMk id="16" creationId="{252BB8E0-D502-5F1F-B5F7-91A2EFF998A7}"/>
          </ac:picMkLst>
        </pc:picChg>
      </pc:sldChg>
      <pc:sldChg chg="addSp delSp modSp add mod modNotesTx">
        <pc:chgData name="Diego Cass" userId="78b1f702ed5b9641" providerId="LiveId" clId="{76CDE4F7-638A-4091-9B80-A40AEC11711B}" dt="2026-05-22T16:31:08.068" v="2246" actId="20577"/>
        <pc:sldMkLst>
          <pc:docMk/>
          <pc:sldMk cId="1507771445" sldId="279"/>
        </pc:sldMkLst>
        <pc:spChg chg="add mod">
          <ac:chgData name="Diego Cass" userId="78b1f702ed5b9641" providerId="LiveId" clId="{76CDE4F7-638A-4091-9B80-A40AEC11711B}" dt="2026-05-22T16:30:51.444" v="2245" actId="20577"/>
          <ac:spMkLst>
            <pc:docMk/>
            <pc:sldMk cId="1507771445" sldId="279"/>
            <ac:spMk id="9" creationId="{5319DEA8-1B1F-D948-D23A-83ED3666B0AB}"/>
          </ac:spMkLst>
        </pc:spChg>
        <pc:spChg chg="mod">
          <ac:chgData name="Diego Cass" userId="78b1f702ed5b9641" providerId="LiveId" clId="{76CDE4F7-638A-4091-9B80-A40AEC11711B}" dt="2026-05-22T16:30:38.184" v="2241" actId="1076"/>
          <ac:spMkLst>
            <pc:docMk/>
            <pc:sldMk cId="1507771445" sldId="279"/>
            <ac:spMk id="14" creationId="{6087A24E-1BE6-1898-ED51-224D1832438E}"/>
          </ac:spMkLst>
        </pc:spChg>
        <pc:picChg chg="add mod">
          <ac:chgData name="Diego Cass" userId="78b1f702ed5b9641" providerId="LiveId" clId="{76CDE4F7-638A-4091-9B80-A40AEC11711B}" dt="2026-05-22T16:30:36.009" v="2240" actId="1076"/>
          <ac:picMkLst>
            <pc:docMk/>
            <pc:sldMk cId="1507771445" sldId="279"/>
            <ac:picMk id="3" creationId="{EA213991-8B75-0627-C5A6-0FBEEA932731}"/>
          </ac:picMkLst>
        </pc:picChg>
        <pc:picChg chg="del">
          <ac:chgData name="Diego Cass" userId="78b1f702ed5b9641" providerId="LiveId" clId="{76CDE4F7-638A-4091-9B80-A40AEC11711B}" dt="2026-05-22T16:28:39.104" v="2218" actId="478"/>
          <ac:picMkLst>
            <pc:docMk/>
            <pc:sldMk cId="1507771445" sldId="279"/>
            <ac:picMk id="5" creationId="{18B509D7-1027-8644-F984-C22A288057EB}"/>
          </ac:picMkLst>
        </pc:picChg>
        <pc:picChg chg="add mod">
          <ac:chgData name="Diego Cass" userId="78b1f702ed5b9641" providerId="LiveId" clId="{76CDE4F7-638A-4091-9B80-A40AEC11711B}" dt="2026-05-22T16:29:56.777" v="2232" actId="14100"/>
          <ac:picMkLst>
            <pc:docMk/>
            <pc:sldMk cId="1507771445" sldId="279"/>
            <ac:picMk id="7" creationId="{91D24D3D-9683-E793-5F0F-616877046A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2F9C0-299B-47AD-9060-4E84C40DD1D6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47503-58D1-4052-97E1-C8BE765CAE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989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Regla Fundamental | El sistema debe gestionarlo TODO a través de sus capacidades relacionales.</a:t>
            </a:r>
          </a:p>
          <a:p>
            <a:pPr marL="0" indent="0" algn="just">
              <a:buFont typeface="+mj-lt"/>
              <a:buNone/>
            </a:pPr>
            <a:endParaRPr lang="es-ES" sz="1200" dirty="0">
              <a:latin typeface="Consolas" panose="020B0609020204030204" pitchFamily="49" charset="0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Información | Todo se representa como valores en tablas (filas y columnas). Nada de punteros ocultos.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Acceso Garantizado | Todo dato es accesible usando: Nombre de Tabla + PK + Nombre de Columna.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Tratamiento del NULL | El sistema debe soportar valores nulos (desconocidos o no aplicables) de forma sistemática.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Catálogo en Línea | La descripción de la base de datos (metadatos) también debe estar en tablas que podamos consultar.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 err="1">
                <a:latin typeface="Consolas" panose="020B0609020204030204" pitchFamily="49" charset="0"/>
              </a:rPr>
              <a:t>Sublenguaje</a:t>
            </a:r>
            <a:r>
              <a:rPr lang="es-ES" sz="1200" dirty="0">
                <a:latin typeface="Consolas" panose="020B0609020204030204" pitchFamily="49" charset="0"/>
              </a:rPr>
              <a:t> de Datos | Debe haber un lenguaje (como SQL) que permita definir, consultar y manipular datos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Actualización de Vistas | Si una vista (tabla virtual) es teóricamente actualizable, el sistema debe permitirlo.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Inserción, Actualización y Borrado | El sistema debe manejar conjuntos de datos (no solo fila por fila).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Independencia Física | Si cambio el disco o el formato de archivo, mis programas no deberían romperse.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Independencia Lógica | Si agrego una columna o cambio una tabla, las apps que no la usan no deberían fallar.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Integridad | Las reglas de integridad (como PK y FK) deben guardarse en el catálogo, no en la app.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Distribución | Si la base de datos se reparte en varios servidores, el usuario no debería notar la diferencia.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No Subversión | No se puede "puentear" la base de datos usando lenguajes de bajo nivel para saltarse las reglas.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7499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2882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problema tiene este negocio?</a:t>
            </a:r>
          </a:p>
          <a:p>
            <a:r>
              <a:rPr lang="es-ES" dirty="0"/>
              <a:t>¿Por qué dice que es un “caos”?</a:t>
            </a:r>
          </a:p>
          <a:p>
            <a:r>
              <a:rPr lang="es-ES" dirty="0"/>
              <a:t>¿Qué cosas pasan todos los días en este lugar?</a:t>
            </a:r>
          </a:p>
          <a:p>
            <a:r>
              <a:rPr lang="es-ES" dirty="0"/>
              <a:t>Si tuvieran que explicarle este negocio a alguien, ¿qué dirían?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1240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D24F-D922-9A76-0671-1E17219B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C3EB7B-BDEB-A391-6867-3D90203E6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329640-321C-302E-5074-197EE249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problema tiene este negocio?</a:t>
            </a:r>
          </a:p>
          <a:p>
            <a:r>
              <a:rPr lang="es-ES" dirty="0"/>
              <a:t>¿Por qué dice que es un “caos”?</a:t>
            </a:r>
          </a:p>
          <a:p>
            <a:r>
              <a:rPr lang="es-ES" dirty="0"/>
              <a:t>¿Qué cosas pasan todos los días en este lugar?</a:t>
            </a:r>
          </a:p>
          <a:p>
            <a:r>
              <a:rPr lang="es-ES" dirty="0"/>
              <a:t>Si tuvieran que explicarle este negocio a alguien, ¿qué dirían?</a:t>
            </a: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A6E5E9-D2DE-6554-24B5-453A24DDE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4590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1F85C-499F-2075-7404-D6A20C8F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E9051C-0332-B2B3-28A9-587098C02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1FEC5F-9353-5BD2-85EC-9D6114EC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problema tiene este negocio?</a:t>
            </a:r>
          </a:p>
          <a:p>
            <a:r>
              <a:rPr lang="es-ES" dirty="0"/>
              <a:t>¿Por qué dice que es un “caos”?</a:t>
            </a:r>
          </a:p>
          <a:p>
            <a:r>
              <a:rPr lang="es-ES" dirty="0"/>
              <a:t>¿Qué cosas pasan todos los días en este lugar?</a:t>
            </a:r>
          </a:p>
          <a:p>
            <a:r>
              <a:rPr lang="es-ES" dirty="0"/>
              <a:t>Si tuvieran que explicarle este negocio a alguien, ¿qué dirían?</a:t>
            </a: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153072-F727-385A-EE0A-F2D3D83FE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9111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B780-60C7-11A2-0533-6B153A2E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1CE272-B75E-9899-1D42-F6EE19BB8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7B774E-935D-BFF9-B882-B09CCE17B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E318CD-CE28-E4F7-7790-C1EA7AF8B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5263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E92B-C1B8-36C2-BDF5-B219FCFE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F086EC-771C-4B1F-2E6F-C91619538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473978-BEC8-14DD-0321-F61E61A3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F2EBB6-37F6-4E7F-9AB0-66CA99B2C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6536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1C03-383F-CC83-03B8-67812812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7ABD8-860B-7656-3991-91EF70507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4DC063-19F2-A78F-E61C-181B6D018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639EBD-1A8F-8DC9-CBAB-7ADA2ECC5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473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FDB5-D59C-EFE2-B4FA-99399A0CE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91405-EF51-4FD9-2CD4-8B71B1C2A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6029C-86BA-CE9B-222A-B595F9F0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5FA85-5CD4-D133-1144-452E281B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80355-3A7A-BBC4-BF3A-FB8BDFCE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92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2F71D-FA13-9C20-9C29-917426B6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DC36D-A9E2-8D5A-F49F-562405B3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D527A-D214-6A80-77AA-F2E2FDCF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D2812-533D-EF92-5258-91F1FD49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4F0FD-8A14-809D-96F4-018F81E6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492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3EFBE-571B-D8CC-DBC8-8DA47C8B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5A336-EF69-F8B7-B18C-5B09AFD2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7F965-0BF6-3907-A92A-49BEC3DD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FD7E3-FBCB-782D-225B-1B5CA3C8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D7919-0165-4039-DEE9-AE3BA345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71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DA47D-B3C7-E5F4-384B-4513EC2D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E67C4-D9FE-03C9-C264-D11313DAD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6DCB60-3339-EF4F-904F-294DE2399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A0CCC-2986-8514-B24B-1E730E4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A2DE32-AFBD-6FB3-A3B1-DE3EAEBF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02BDB-BE94-57D9-1BBF-7F054B3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509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C4DDB-9ECE-54A1-2CD5-8B57D74F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2E525-D996-875C-9A89-ACEA3798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D7DF4D-C8F6-867A-470F-52D43692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DDFB50-00A7-5F65-0DBE-B3F2C941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E788FB-C9C8-AD77-BED0-8FC5BCA03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0EE37B-95B4-87B9-D448-37478F58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15ED50-8F86-DBC7-7EFE-C4B67441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BE3478-0B61-9CF7-49EC-A69236CF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506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45695-132D-E535-0637-F0A35239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3C559-649E-BEBD-301E-AA9BD38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A46862-E924-5B06-B335-86A811FA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47C32-136A-5BAB-562D-C733191F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968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7BD9A-08FE-1AC8-DC45-7F2D3DA9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09EF09-C895-791F-77DD-B7441577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38D325-7FA0-971F-B95A-62BA24D6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61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F0788-1EE8-A856-22F6-43AFD7C3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534B7-5FD2-EF63-F307-A566F6D7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43C5B9-2515-F81C-5504-78F2745CC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2AA42-6588-AD73-BDFE-43667873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8D81DD-8FE6-0003-842D-9DEF5914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60E1A-1675-B888-2EEA-BDBC1EE1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96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92611-E34E-0093-9C93-590E9599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5DFB9-21A8-92E6-DAA9-5EA333BF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B0F8EC-9DA8-A576-5D57-10DDAFB14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A1086F-F6EE-843E-175B-2BF44F8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1D0A84-CBD6-A384-E722-E7DB949E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9FA62-7D76-F94A-E36B-8ACFA640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06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2A4B5-F12A-632F-0190-6885E30D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FB814-E3D4-7A45-C401-FE4CC2D7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CB953-9C91-E64B-A3EB-035C39F5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65F91-1A4F-400A-DCCC-0E36E07C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19F4-16B6-F71F-C3DE-D755BCA5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784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E4C46-B81F-53C9-65FE-8868A9B43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9152F0-9720-2EC9-E7F5-D3A49250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E1C16-687A-A616-C5B4-0C33952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9F475-D1CD-D7E3-1909-21C506E1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9534B-1B6A-FF7E-AE72-FA282B0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10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D073B-1288-E6EE-5488-5849D7DF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2DAD7E-85E7-6943-5451-FB0BA9F8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F32FE-E036-5CEA-7393-7A31A046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F3A66-393B-AA80-4C0A-EA931A1C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4DDB6-4527-85C4-E29D-C868CD4B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43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D285-7703-6E1A-3B4E-29C97F8F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7EEDD-8889-CACF-2C3C-EE47387D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991A1-A66E-8AA9-E0AF-3C5818E0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8C67D-A899-0C94-88BC-280DEDDD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CF73F-003C-E3CD-DCA4-7EEFE101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523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64A8E-7F3B-A4C1-E59F-C7011342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DE5D9-164F-C15A-E403-C0CC49E82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E124AC-77A9-ADF7-B173-AA5D952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D74C7-20C1-6D0C-FD20-BE13B737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6662B-5228-25C4-7184-D6207495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921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CB499-10F4-270A-14E2-D41F8778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409EF-2498-C54C-DC46-CA530A319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90F13-C175-C35C-27D8-87151F99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D9F90-3AAB-64A8-0F97-064879DE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20DB4-FD43-5753-81DF-CA8347FC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26D6E6-4957-A72E-915A-EAA89515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7592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D566-5CFB-1AB9-2A9F-81176200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A984D-ABF9-A9C5-927B-0C038D2E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C8B9F-99BB-6FF2-867F-7195F8F8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C4E8C1-D2E4-C959-0F12-3E4C37370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60BA89-D5D3-4429-9326-2F6962D70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C4337-C48C-0E33-1002-5FD33F80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722662-0D70-4344-410D-390140A7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05B9B6-73C1-49E3-5096-E64CECB2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738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05D4A-3908-5616-73C1-D37EB10A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A85FC-CF43-C15F-D643-6E78F6A3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36C0CF-CB83-A453-B9CD-5805FA01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D6609B-AC7C-8D42-DF6F-2D62191A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778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F92FF9-D9E0-7E5A-4CEE-DBC5FEDE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D322F9-61C9-3980-7160-7779D2AC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F2A74D-B091-DCA2-4F81-741B594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7278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7A641-5A40-B387-0185-068EDFF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A4E6A-FCFF-F8F3-9A57-CBB819C3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9699D2-0D95-08B3-6B96-53F16435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7C9B29-556D-9CCC-7316-D9028908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DBD4B-423A-FA2C-EBB1-6410B335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20F8F-A749-7CAC-84E7-D37DC325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0978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95769-D55E-932C-F394-049F073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74232B-A70F-FCE7-9543-707989B43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19C8D-440C-9203-2562-026B5389B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10FD0-A885-DC2A-6C4B-34E4C67C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FAB1E-D51A-545A-A75F-A15E6EE9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C723D0-FAD6-D0C0-DDED-3AB87DBF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66908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947F0-4C9B-D5ED-36B1-5A1EBEF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F00478-5AE2-47D2-5A62-74FD626F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C8ECA-BEF7-B257-0A11-3906B9DF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A0974-150D-D837-3C78-960DF3AA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7F7EA4-5A0B-3599-70DC-C6513FBE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3407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81026-626E-04B3-ED1B-BC9A746B0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D781D2-1104-B5D6-CE14-104719054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BC0A7A-E06B-275B-B4D6-E4609C56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4CF4E-96B8-6486-6850-771BFE43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36333-C895-9948-139C-3AE2D851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0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D7048A-18A2-14FA-DD14-7C6411D5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8396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7FDFC2-532D-232D-5BF6-39A0671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324D8-AED6-45FD-68F4-5D842ED6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142B5-9431-9624-8CEE-A1B615E3B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4C427-3F9A-069A-E6FD-3D8FFDF2F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1AC9B-E0BF-776E-7073-4E300466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21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8CDAB-44BA-A10B-9462-435219F5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Las 12 Reglas de Codd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6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0A6236C-72BB-10CC-7CA9-8CB551A50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Las 12 Reglas de Codd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(En criollo)</a:t>
            </a: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DF52B42-E9CE-1CF6-878F-95955CCD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2" y="332508"/>
            <a:ext cx="6494250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ES" sz="2000" dirty="0">
                <a:latin typeface="Consolas" panose="020B0609020204030204" pitchFamily="49" charset="0"/>
              </a:rPr>
              <a:t>0. Regla Fundamental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Información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Acceso Garantizado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Tratamiento del NULL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Catálogo en Línea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 err="1">
                <a:latin typeface="Consolas" panose="020B0609020204030204" pitchFamily="49" charset="0"/>
              </a:rPr>
              <a:t>Sublenguaje</a:t>
            </a:r>
            <a:r>
              <a:rPr lang="es-ES" sz="2000" dirty="0">
                <a:latin typeface="Consolas" panose="020B0609020204030204" pitchFamily="49" charset="0"/>
              </a:rPr>
              <a:t> de Datos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Actualización de Vistas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Inserción, Actualización y Borrado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Independencia Física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Independencia Lógica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Integridad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Distribución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No Subversión</a:t>
            </a:r>
          </a:p>
        </p:txBody>
      </p:sp>
    </p:spTree>
    <p:extLst>
      <p:ext uri="{BB962C8B-B14F-4D97-AF65-F5344CB8AC3E}">
        <p14:creationId xmlns:p14="http://schemas.microsoft.com/office/powerpoint/2010/main" val="262078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67D54-698F-31D3-7186-3B312A76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CDA5204-07F7-CDC5-7CE4-DE56048B9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E7A901-B3BD-394D-C262-60095F0C2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D78303-FF9A-BBEC-B05F-6D12BC5DC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Integridad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81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A2AB6-947B-E81F-BBD1-01D938FF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D21EB7-B8DF-22F8-717C-D232D296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4A95D0-1CAA-2E0C-B0E1-66501017F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69018B-3CEB-DDFF-1D91-D36583807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9199E-C562-BB47-9DCD-A6E6FF1F6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AutoNum type="alphaUcPeriod"/>
            </a:pPr>
            <a:r>
              <a:rPr lang="es-ES" sz="2800" dirty="0">
                <a:latin typeface="Consolas" panose="020B0609020204030204" pitchFamily="49" charset="0"/>
              </a:rPr>
              <a:t>Integridad de Entidad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(La Regla de la PK)  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                                                                                         </a:t>
            </a: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Toda tabla debe tener una Clave Primaria (PK).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Restricción</a:t>
            </a:r>
            <a:r>
              <a:rPr lang="es-ES" sz="2000" dirty="0">
                <a:latin typeface="Consolas" panose="020B0609020204030204" pitchFamily="49" charset="0"/>
              </a:rPr>
              <a:t>: Ningún valor de la PK puede ser **NULL**.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¿Por qué?</a:t>
            </a:r>
            <a:r>
              <a:rPr lang="es-ES" sz="2000" dirty="0">
                <a:latin typeface="Consolas" panose="020B0609020204030204" pitchFamily="49" charset="0"/>
              </a:rPr>
              <a:t>: Si no sé quién es la entidad, no puedo diferenciarla de las demás.</a:t>
            </a:r>
          </a:p>
        </p:txBody>
      </p:sp>
    </p:spTree>
    <p:extLst>
      <p:ext uri="{BB962C8B-B14F-4D97-AF65-F5344CB8AC3E}">
        <p14:creationId xmlns:p14="http://schemas.microsoft.com/office/powerpoint/2010/main" val="258163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5D0C3-5D10-7DB1-3AFD-54CF0986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54D1645-3E55-CC55-509A-8535BE3C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501065E-B139-9C7C-D5E6-407C23FEF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A6E36-EACB-13E6-7C33-1F1A5593C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8B6986-6908-DE32-F8CE-A1E7AACB0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B. </a:t>
            </a:r>
            <a:r>
              <a:rPr lang="es-ES" sz="2800" dirty="0">
                <a:latin typeface="Consolas" panose="020B0609020204030204" pitchFamily="49" charset="0"/>
              </a:rPr>
              <a:t>Integridad Referencial</a:t>
            </a:r>
            <a:br>
              <a:rPr lang="es-ES" sz="2800" dirty="0">
                <a:latin typeface="Consolas" panose="020B0609020204030204" pitchFamily="49" charset="0"/>
              </a:rPr>
            </a:br>
            <a:r>
              <a:rPr lang="es-ES" sz="2000" dirty="0">
                <a:latin typeface="Consolas" panose="020B0609020204030204" pitchFamily="49" charset="0"/>
              </a:rPr>
              <a:t>(La Regla de la FK)</a:t>
            </a:r>
          </a:p>
          <a:p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Si existe una Clave Foránea (FK) en una tabla, su valor debe: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dirty="0">
                <a:latin typeface="Consolas" panose="020B0609020204030204" pitchFamily="49" charset="0"/>
              </a:rPr>
              <a:t>Coincidir con un valor existente de la PK en la tabla relacionada.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dirty="0">
                <a:latin typeface="Consolas" panose="020B0609020204030204" pitchFamily="49" charset="0"/>
              </a:rPr>
              <a:t>O ser **NULL** (si la relación es opcional).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Estado Prohibido</a:t>
            </a:r>
            <a:r>
              <a:rPr lang="es-ES" sz="2000" dirty="0">
                <a:latin typeface="Consolas" panose="020B0609020204030204" pitchFamily="49" charset="0"/>
              </a:rPr>
              <a:t>: El "Huérfano".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(</a:t>
            </a:r>
            <a:r>
              <a:rPr lang="es-ES" sz="2000" dirty="0" err="1">
                <a:latin typeface="Consolas" panose="020B0609020204030204" pitchFamily="49" charset="0"/>
              </a:rPr>
              <a:t>Ej</a:t>
            </a:r>
            <a:r>
              <a:rPr lang="es-ES" sz="2000" dirty="0">
                <a:latin typeface="Consolas" panose="020B0609020204030204" pitchFamily="49" charset="0"/>
              </a:rPr>
              <a:t>: Un equipo que pertenece al cliente ID 99, pero el cliente 99 no existe).</a:t>
            </a:r>
          </a:p>
        </p:txBody>
      </p:sp>
    </p:spTree>
    <p:extLst>
      <p:ext uri="{BB962C8B-B14F-4D97-AF65-F5344CB8AC3E}">
        <p14:creationId xmlns:p14="http://schemas.microsoft.com/office/powerpoint/2010/main" val="388181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DD6A3-0C4A-16BC-7FA0-A51104A7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90CB785-2C27-BDC2-9D44-08499FF32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5774144-6F95-875C-669A-F43AD06A4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5D9B3-8945-E2AA-D03B-C5D41EC5F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A6F8B-0AC1-3902-BD67-77676343C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800" dirty="0">
                <a:latin typeface="Consolas" panose="020B0609020204030204" pitchFamily="49" charset="0"/>
              </a:rPr>
              <a:t>C. Integridad de Dominio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Los valores de una columna deben pertenecer a un conjunto definido.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Ejemplos</a:t>
            </a:r>
            <a:r>
              <a:rPr lang="es-ES" sz="20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Tipo de dato (Entero, Texto, Fecha).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Rangos (La edad no puede ser negativa).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Opciones (El estado de una orden solo puede ser 'Pendiente', 'En Proceso' o 'Terminado').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73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2FF3E-3079-95BB-F98F-1DCF2067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E77A246-AE83-6B4A-148E-B814519A7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3C7E01D-68F7-9E8A-E742-32924EB03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0D6924-F817-754F-46AB-1D67BD97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18CB3F-EBF1-8876-0EEE-BEAF48238F92}"/>
              </a:ext>
            </a:extLst>
          </p:cNvPr>
          <p:cNvSpPr txBox="1"/>
          <p:nvPr/>
        </p:nvSpPr>
        <p:spPr>
          <a:xfrm>
            <a:off x="5157613" y="4016584"/>
            <a:ext cx="6531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Consolas" panose="020B0609020204030204" pitchFamily="49" charset="0"/>
              </a:rPr>
              <a:t>Caso 1: Violación de Integridad de Entidad (La PK nula)</a:t>
            </a:r>
          </a:p>
          <a:p>
            <a:r>
              <a:rPr lang="es-AR" sz="1600" dirty="0">
                <a:latin typeface="Consolas" panose="020B0609020204030204" pitchFamily="49" charset="0"/>
              </a:rPr>
              <a:t>  En este caso, el error es la fila con el ID vacío.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09B33FC-9196-7408-AD04-8393C74DE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32" y="2043588"/>
            <a:ext cx="6531060" cy="15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7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A9413-5365-69FE-7ACC-9478CB60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5C37FB3-FDA8-DBD5-1AB5-C83DC58D4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9580296-D713-C92C-6F49-887B81FB3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61438D-19C9-82A9-7FD0-E26D6F758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E0E559-1BCE-AFF0-6CA0-0A9A710F7D40}"/>
              </a:ext>
            </a:extLst>
          </p:cNvPr>
          <p:cNvSpPr txBox="1"/>
          <p:nvPr/>
        </p:nvSpPr>
        <p:spPr>
          <a:xfrm>
            <a:off x="5157613" y="4016584"/>
            <a:ext cx="65310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>
              <a:defRPr sz="1600">
                <a:latin typeface="Consolas" panose="020B0609020204030204" pitchFamily="49" charset="0"/>
              </a:defRPr>
            </a:lvl1pPr>
          </a:lstStyle>
          <a:p>
            <a:r>
              <a:rPr lang="es-ES" dirty="0"/>
              <a:t>Caso 2: Violación de Integridad Referencial (El "Huérfano")</a:t>
            </a:r>
          </a:p>
          <a:p>
            <a:r>
              <a:rPr lang="es-ES" dirty="0"/>
              <a:t>  Aquí el error es el Cliente 99, que no existe en nuestra base.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561122-086B-6355-1E46-2043BDA6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22" y="2025964"/>
            <a:ext cx="6826709" cy="14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8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3FBD0-5C07-D9F9-38C2-7A25D224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00D752D-B011-3E9C-5879-319C91772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68FAF89-C1D5-0EF0-6156-D377EA657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4FE8EE-431F-5BE4-D6EB-D9988682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87A24E-1BE6-1898-ED51-224D1832438E}"/>
              </a:ext>
            </a:extLst>
          </p:cNvPr>
          <p:cNvSpPr txBox="1"/>
          <p:nvPr/>
        </p:nvSpPr>
        <p:spPr>
          <a:xfrm>
            <a:off x="5564545" y="2151588"/>
            <a:ext cx="57154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nsolas" panose="020B0609020204030204" pitchFamily="49" charset="0"/>
              </a:rPr>
              <a:t>Caso 3: Integridad de Dominio (Restricción ENUM)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  Tabla: empleado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  El rol es un ENUM('Administrador', '</a:t>
            </a:r>
            <a:r>
              <a:rPr lang="es-ES" sz="1600" dirty="0" err="1">
                <a:latin typeface="Consolas" panose="020B0609020204030204" pitchFamily="49" charset="0"/>
              </a:rPr>
              <a:t>Tecnico</a:t>
            </a:r>
            <a:r>
              <a:rPr lang="es-ES" sz="1600" dirty="0">
                <a:latin typeface="Consolas" panose="020B0609020204030204" pitchFamily="49" charset="0"/>
              </a:rPr>
              <a:t>’). Cualquier otro valor es una violación de dominio.</a:t>
            </a:r>
            <a:endParaRPr lang="es-AR" sz="1600" dirty="0"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213991-8B75-0627-C5A6-0FBEEA93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86" y="279317"/>
            <a:ext cx="6639314" cy="17641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D24D3D-9683-E793-5F0F-616877046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486" y="3731560"/>
            <a:ext cx="6663169" cy="14223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319DEA8-1B1F-D948-D23A-83ED3666B0AB}"/>
              </a:ext>
            </a:extLst>
          </p:cNvPr>
          <p:cNvSpPr txBox="1"/>
          <p:nvPr/>
        </p:nvSpPr>
        <p:spPr>
          <a:xfrm>
            <a:off x="5103486" y="5261963"/>
            <a:ext cx="6639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>
              <a:defRPr sz="1600">
                <a:latin typeface="Consolas" panose="020B0609020204030204" pitchFamily="49" charset="0"/>
              </a:defRPr>
            </a:lvl1pPr>
          </a:lstStyle>
          <a:p>
            <a:r>
              <a:rPr lang="es-AR" dirty="0"/>
              <a:t>Caso Bonus (Integridad de Dominio - Precios)</a:t>
            </a:r>
          </a:p>
          <a:p>
            <a:r>
              <a:rPr lang="es-AR" dirty="0"/>
              <a:t>  Tabla: </a:t>
            </a:r>
            <a:r>
              <a:rPr lang="es-AR" dirty="0" err="1"/>
              <a:t>orden_servicio</a:t>
            </a:r>
            <a:endParaRPr lang="es-AR" dirty="0"/>
          </a:p>
          <a:p>
            <a:r>
              <a:rPr lang="es-AR" dirty="0"/>
              <a:t>  Las columnas </a:t>
            </a:r>
            <a:r>
              <a:rPr lang="es-AR" dirty="0" err="1"/>
              <a:t>mano_obra</a:t>
            </a:r>
            <a:r>
              <a:rPr lang="es-AR" dirty="0"/>
              <a:t> y total son DECIMAL(10,2). Una violación aquí sería intentar ingresar texto o un valor que no respete el formato numérico.</a:t>
            </a:r>
          </a:p>
        </p:txBody>
      </p:sp>
    </p:spTree>
    <p:extLst>
      <p:ext uri="{BB962C8B-B14F-4D97-AF65-F5344CB8AC3E}">
        <p14:creationId xmlns:p14="http://schemas.microsoft.com/office/powerpoint/2010/main" val="1507771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892</Words>
  <Application>Microsoft Office PowerPoint</Application>
  <PresentationFormat>Panorámica</PresentationFormat>
  <Paragraphs>91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Tema de Office</vt:lpstr>
      <vt:lpstr>Diseño personalizado</vt:lpstr>
      <vt:lpstr>Las 12 Reglas de Codd</vt:lpstr>
      <vt:lpstr>Las 12 Reglas de Codd  (En criollo)</vt:lpstr>
      <vt:lpstr>Integridad</vt:lpstr>
      <vt:lpstr>El Triángulo de la Integridad.  Para que una base de datos sea confiable, debe cumplir con tres pilares fundamentales:</vt:lpstr>
      <vt:lpstr>El Triángulo de la Integridad.  Para que una base de datos sea confiable, debe cumplir con tres pilares fundamentales:</vt:lpstr>
      <vt:lpstr>El Triángulo de la Integridad.  Para que una base de datos sea confiable, debe cumplir con tres pilares fundamentales:</vt:lpstr>
      <vt:lpstr>Pensemos un ratito:  "Auditoría de Datos" (El Chip Roto)</vt:lpstr>
      <vt:lpstr>Pensemos un ratito:  "Auditoría de Datos" (El Chip Roto)</vt:lpstr>
      <vt:lpstr>Pensemos un ratito:  "Auditoría de Datos" (El Chip Roto)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Cass</dc:creator>
  <cp:lastModifiedBy>Diego Cass</cp:lastModifiedBy>
  <cp:revision>1</cp:revision>
  <dcterms:created xsi:type="dcterms:W3CDTF">2026-03-18T23:13:34Z</dcterms:created>
  <dcterms:modified xsi:type="dcterms:W3CDTF">2026-05-22T16:31:36Z</dcterms:modified>
</cp:coreProperties>
</file>