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98" r:id="rId4"/>
    <p:sldId id="294" r:id="rId5"/>
    <p:sldId id="300" r:id="rId6"/>
    <p:sldId id="295" r:id="rId7"/>
    <p:sldId id="296" r:id="rId8"/>
    <p:sldId id="297" r:id="rId9"/>
    <p:sldId id="299" r:id="rId10"/>
    <p:sldId id="292" r:id="rId1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28D414-6F09-4A44-BE09-3157995DB656}" v="29" dt="2026-06-08T11:55:11.0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63559" autoAdjust="0"/>
  </p:normalViewPr>
  <p:slideViewPr>
    <p:cSldViewPr snapToGrid="0">
      <p:cViewPr varScale="1">
        <p:scale>
          <a:sx n="70" d="100"/>
          <a:sy n="70" d="100"/>
        </p:scale>
        <p:origin x="2160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Cass" userId="78b1f702ed5b9641" providerId="LiveId" clId="{31830BD7-D5DB-4C59-B90C-444D23BC72A4}"/>
    <pc:docChg chg="undo custSel addSld delSld modSld">
      <pc:chgData name="Diego Cass" userId="78b1f702ed5b9641" providerId="LiveId" clId="{31830BD7-D5DB-4C59-B90C-444D23BC72A4}" dt="2026-06-29T10:58:18.193" v="2210" actId="2696"/>
      <pc:docMkLst>
        <pc:docMk/>
      </pc:docMkLst>
      <pc:sldChg chg="modSp del mod">
        <pc:chgData name="Diego Cass" userId="78b1f702ed5b9641" providerId="LiveId" clId="{31830BD7-D5DB-4C59-B90C-444D23BC72A4}" dt="2026-06-29T10:58:18.193" v="2210" actId="2696"/>
        <pc:sldMkLst>
          <pc:docMk/>
          <pc:sldMk cId="2620780405" sldId="257"/>
        </pc:sldMkLst>
      </pc:sldChg>
      <pc:sldChg chg="modSp add mod">
        <pc:chgData name="Diego Cass" userId="78b1f702ed5b9641" providerId="LiveId" clId="{31830BD7-D5DB-4C59-B90C-444D23BC72A4}" dt="2026-06-08T11:44:07.063" v="1871" actId="20577"/>
        <pc:sldMkLst>
          <pc:docMk/>
          <pc:sldMk cId="2113610551" sldId="294"/>
        </pc:sldMkLst>
        <pc:spChg chg="mod">
          <ac:chgData name="Diego Cass" userId="78b1f702ed5b9641" providerId="LiveId" clId="{31830BD7-D5DB-4C59-B90C-444D23BC72A4}" dt="2026-06-08T11:44:07.063" v="1871" actId="20577"/>
          <ac:spMkLst>
            <pc:docMk/>
            <pc:sldMk cId="2113610551" sldId="294"/>
            <ac:spMk id="5" creationId="{D563AB09-D83A-FB59-2792-4E49FC42C1D5}"/>
          </ac:spMkLst>
        </pc:spChg>
      </pc:sldChg>
      <pc:sldChg chg="modSp add mod">
        <pc:chgData name="Diego Cass" userId="78b1f702ed5b9641" providerId="LiveId" clId="{31830BD7-D5DB-4C59-B90C-444D23BC72A4}" dt="2026-06-08T12:21:22.488" v="2202" actId="20577"/>
        <pc:sldMkLst>
          <pc:docMk/>
          <pc:sldMk cId="3556244747" sldId="295"/>
        </pc:sldMkLst>
        <pc:spChg chg="mod">
          <ac:chgData name="Diego Cass" userId="78b1f702ed5b9641" providerId="LiveId" clId="{31830BD7-D5DB-4C59-B90C-444D23BC72A4}" dt="2026-06-08T12:21:22.488" v="2202" actId="20577"/>
          <ac:spMkLst>
            <pc:docMk/>
            <pc:sldMk cId="3556244747" sldId="295"/>
            <ac:spMk id="5" creationId="{5D1F3A5C-C3CA-78D7-D174-17AD76CB1958}"/>
          </ac:spMkLst>
        </pc:spChg>
        <pc:spChg chg="mod">
          <ac:chgData name="Diego Cass" userId="78b1f702ed5b9641" providerId="LiveId" clId="{31830BD7-D5DB-4C59-B90C-444D23BC72A4}" dt="2026-06-08T11:00:35.161" v="768"/>
          <ac:spMkLst>
            <pc:docMk/>
            <pc:sldMk cId="3556244747" sldId="295"/>
            <ac:spMk id="6" creationId="{26184D4D-9CF0-8D7C-2F06-32847F073435}"/>
          </ac:spMkLst>
        </pc:spChg>
      </pc:sldChg>
      <pc:sldChg chg="modSp add mod">
        <pc:chgData name="Diego Cass" userId="78b1f702ed5b9641" providerId="LiveId" clId="{31830BD7-D5DB-4C59-B90C-444D23BC72A4}" dt="2026-06-08T12:21:32.769" v="2205" actId="20577"/>
        <pc:sldMkLst>
          <pc:docMk/>
          <pc:sldMk cId="2404175497" sldId="296"/>
        </pc:sldMkLst>
        <pc:spChg chg="mod">
          <ac:chgData name="Diego Cass" userId="78b1f702ed5b9641" providerId="LiveId" clId="{31830BD7-D5DB-4C59-B90C-444D23BC72A4}" dt="2026-06-08T12:21:32.769" v="2205" actId="20577"/>
          <ac:spMkLst>
            <pc:docMk/>
            <pc:sldMk cId="2404175497" sldId="296"/>
            <ac:spMk id="5" creationId="{22CDA71F-1209-0F16-965F-4B8621857D4B}"/>
          </ac:spMkLst>
        </pc:spChg>
        <pc:spChg chg="mod">
          <ac:chgData name="Diego Cass" userId="78b1f702ed5b9641" providerId="LiveId" clId="{31830BD7-D5DB-4C59-B90C-444D23BC72A4}" dt="2026-06-08T11:04:15.683" v="784" actId="14100"/>
          <ac:spMkLst>
            <pc:docMk/>
            <pc:sldMk cId="2404175497" sldId="296"/>
            <ac:spMk id="6" creationId="{EC4C5B6D-D3A8-9D2D-2198-4A17D6C84910}"/>
          </ac:spMkLst>
        </pc:spChg>
      </pc:sldChg>
      <pc:sldChg chg="modSp add mod">
        <pc:chgData name="Diego Cass" userId="78b1f702ed5b9641" providerId="LiveId" clId="{31830BD7-D5DB-4C59-B90C-444D23BC72A4}" dt="2026-06-08T12:21:40.965" v="2207" actId="20577"/>
        <pc:sldMkLst>
          <pc:docMk/>
          <pc:sldMk cId="2178384287" sldId="297"/>
        </pc:sldMkLst>
        <pc:spChg chg="mod">
          <ac:chgData name="Diego Cass" userId="78b1f702ed5b9641" providerId="LiveId" clId="{31830BD7-D5DB-4C59-B90C-444D23BC72A4}" dt="2026-06-08T12:21:40.965" v="2207" actId="20577"/>
          <ac:spMkLst>
            <pc:docMk/>
            <pc:sldMk cId="2178384287" sldId="297"/>
            <ac:spMk id="5" creationId="{E8F2323D-4742-DC73-45DC-C47B470AC430}"/>
          </ac:spMkLst>
        </pc:spChg>
        <pc:spChg chg="mod">
          <ac:chgData name="Diego Cass" userId="78b1f702ed5b9641" providerId="LiveId" clId="{31830BD7-D5DB-4C59-B90C-444D23BC72A4}" dt="2026-06-08T11:08:11.573" v="920" actId="20577"/>
          <ac:spMkLst>
            <pc:docMk/>
            <pc:sldMk cId="2178384287" sldId="297"/>
            <ac:spMk id="6" creationId="{ABB46862-A7F9-0B14-5B8B-9437BD27BEB0}"/>
          </ac:spMkLst>
        </pc:spChg>
      </pc:sldChg>
      <pc:sldChg chg="modSp add mod">
        <pc:chgData name="Diego Cass" userId="78b1f702ed5b9641" providerId="LiveId" clId="{31830BD7-D5DB-4C59-B90C-444D23BC72A4}" dt="2026-06-08T11:58:03.069" v="2199" actId="20577"/>
        <pc:sldMkLst>
          <pc:docMk/>
          <pc:sldMk cId="3495994608" sldId="298"/>
        </pc:sldMkLst>
        <pc:spChg chg="mod">
          <ac:chgData name="Diego Cass" userId="78b1f702ed5b9641" providerId="LiveId" clId="{31830BD7-D5DB-4C59-B90C-444D23BC72A4}" dt="2026-06-08T11:58:03.069" v="2199" actId="20577"/>
          <ac:spMkLst>
            <pc:docMk/>
            <pc:sldMk cId="3495994608" sldId="298"/>
            <ac:spMk id="5" creationId="{AC68CC44-BE06-C13E-1F71-519E92E8F485}"/>
          </ac:spMkLst>
        </pc:spChg>
        <pc:spChg chg="mod">
          <ac:chgData name="Diego Cass" userId="78b1f702ed5b9641" providerId="LiveId" clId="{31830BD7-D5DB-4C59-B90C-444D23BC72A4}" dt="2026-06-08T11:41:51.348" v="1718" actId="20577"/>
          <ac:spMkLst>
            <pc:docMk/>
            <pc:sldMk cId="3495994608" sldId="298"/>
            <ac:spMk id="6" creationId="{237FF16D-DDDF-8EBC-235A-C66679E6D102}"/>
          </ac:spMkLst>
        </pc:spChg>
      </pc:sldChg>
      <pc:sldChg chg="modSp add mod">
        <pc:chgData name="Diego Cass" userId="78b1f702ed5b9641" providerId="LiveId" clId="{31830BD7-D5DB-4C59-B90C-444D23BC72A4}" dt="2026-06-08T12:21:53.856" v="2209" actId="20577"/>
        <pc:sldMkLst>
          <pc:docMk/>
          <pc:sldMk cId="1237978390" sldId="299"/>
        </pc:sldMkLst>
        <pc:spChg chg="mod">
          <ac:chgData name="Diego Cass" userId="78b1f702ed5b9641" providerId="LiveId" clId="{31830BD7-D5DB-4C59-B90C-444D23BC72A4}" dt="2026-06-08T12:21:53.856" v="2209" actId="20577"/>
          <ac:spMkLst>
            <pc:docMk/>
            <pc:sldMk cId="1237978390" sldId="299"/>
            <ac:spMk id="5" creationId="{744C5F09-1EF6-2277-5822-FC2BC045BE9B}"/>
          </ac:spMkLst>
        </pc:spChg>
        <pc:spChg chg="mod">
          <ac:chgData name="Diego Cass" userId="78b1f702ed5b9641" providerId="LiveId" clId="{31830BD7-D5DB-4C59-B90C-444D23BC72A4}" dt="2026-06-08T11:37:44.309" v="1669" actId="20577"/>
          <ac:spMkLst>
            <pc:docMk/>
            <pc:sldMk cId="1237978390" sldId="299"/>
            <ac:spMk id="6" creationId="{8A1AE961-0BFA-9EC1-6282-E8F346315A04}"/>
          </ac:spMkLst>
        </pc:spChg>
      </pc:sldChg>
      <pc:sldChg chg="modSp add mod">
        <pc:chgData name="Diego Cass" userId="78b1f702ed5b9641" providerId="LiveId" clId="{31830BD7-D5DB-4C59-B90C-444D23BC72A4}" dt="2026-06-08T11:55:16.918" v="2091" actId="20577"/>
        <pc:sldMkLst>
          <pc:docMk/>
          <pc:sldMk cId="2759038639" sldId="300"/>
        </pc:sldMkLst>
        <pc:spChg chg="mod">
          <ac:chgData name="Diego Cass" userId="78b1f702ed5b9641" providerId="LiveId" clId="{31830BD7-D5DB-4C59-B90C-444D23BC72A4}" dt="2026-06-08T11:55:16.918" v="2091" actId="20577"/>
          <ac:spMkLst>
            <pc:docMk/>
            <pc:sldMk cId="2759038639" sldId="300"/>
            <ac:spMk id="5" creationId="{0D2885D4-1404-9D34-7A1F-C561DB8ABBC0}"/>
          </ac:spMkLst>
        </pc:spChg>
        <pc:spChg chg="mod">
          <ac:chgData name="Diego Cass" userId="78b1f702ed5b9641" providerId="LiveId" clId="{31830BD7-D5DB-4C59-B90C-444D23BC72A4}" dt="2026-06-08T11:47:56.746" v="1886" actId="5793"/>
          <ac:spMkLst>
            <pc:docMk/>
            <pc:sldMk cId="2759038639" sldId="300"/>
            <ac:spMk id="6" creationId="{99565C24-F520-577D-7511-B73773144C9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2F9C0-299B-47AD-9060-4E84C40DD1D6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47503-58D1-4052-97E1-C8BE765CAE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989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A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es-AR" dirty="0"/>
              <a:t> (por sus siglas en inglés, </a:t>
            </a:r>
            <a:r>
              <a:rPr lang="es-AR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A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Query </a:t>
            </a:r>
            <a:r>
              <a:rPr lang="es-AR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es-AR" dirty="0"/>
              <a:t> o Lenguaje de Consulta Estructurada) es un lenguaje de programación estándar utilizado para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dirty="0"/>
              <a:t>interactuar,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dirty="0"/>
              <a:t>administrar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dirty="0"/>
              <a:t>Manipular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dirty="0"/>
              <a:t>bases de datos relacionales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AR" dirty="0"/>
          </a:p>
          <a:p>
            <a:pPr marL="0" indent="0">
              <a:buFont typeface="Arial" panose="020B0604020202020204" pitchFamily="34" charset="0"/>
              <a:buNone/>
            </a:pP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3513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50025-B8DF-8FD3-7380-20FD11ED2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3F675A0-75A8-6C6D-42D4-48EF8CA38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EE53AE-442C-E7CB-22EB-BB9E89BC4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Font typeface="+mj-lt"/>
              <a:buNone/>
            </a:pP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87836D-B832-C516-54E0-48BF76408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5799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9B4BC-AD92-8FDE-4814-C2BEF3CFA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AA7EEB8-204F-1FD7-E5FE-75565E535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CB350E9-16B2-4BD4-F990-07527DDBC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Font typeface="+mj-lt"/>
              <a:buNone/>
            </a:pP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84B1FC-AF89-85E2-EB60-346D8F684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05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244EF-6B03-1D9D-749B-E2AD8F7EC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560469-17EA-D565-7C2D-31A90296D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4BE985-20FE-748D-3698-CD58FBEC5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Font typeface="+mj-lt"/>
              <a:buNone/>
            </a:pP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76DD6A-C278-5CE2-13DF-4925F4227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25668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87061-4F44-3797-71B3-8EF9ADB42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1207E3-65AF-113F-6894-AC94756F2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BC2355-0A48-9CEE-EFE5-A4BFD9FCE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Font typeface="+mj-lt"/>
              <a:buNone/>
            </a:pP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6A2574-9D69-9B67-8B23-DBA9F6B72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4774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CE0E-285E-D9BC-B6B3-917A3C07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D69B4A8-F841-21E5-E6C0-034DFD6D7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BBBA880-8386-B2B3-188B-3127877A3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Font typeface="+mj-lt"/>
              <a:buNone/>
            </a:pP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23A523-A098-F4C7-862D-6D204CBA0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42172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F65FC-31C0-3D96-CC0D-7699D7EDF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C2B43B0-2151-BA55-F28D-7D59269AB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B013D56-F568-1DF9-1927-10F3EDBE1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Font typeface="+mj-lt"/>
              <a:buNone/>
            </a:pP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913A7F-B416-BBEC-34B0-2239DC514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55039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F5F0F-BFE3-56CF-11D7-66DAC3FE1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64FEFA-1C1F-21C3-B249-33091B4C2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0D2A7A3-C92C-8AFD-528C-F533DE58B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Font typeface="+mj-lt"/>
              <a:buNone/>
            </a:pP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56B920-C46B-BD23-2915-3B29E0CD2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1385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9426C-EEC1-8DD7-F1F3-E3D8CADF3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EAA4D5C-921C-5331-DB82-2E495DEA5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2C58744-F8D2-60AB-5F5D-B02081409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279A28-D6C7-2E09-C99F-393D1E243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7503-58D1-4052-97E1-C8BE765CAE85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1703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CFDB5-D59C-EFE2-B4FA-99399A0CE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091405-EF51-4FD9-2CD4-8B71B1C2A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96029C-86BA-CE9B-222A-B595F9F0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45FA85-5CD4-D133-1144-452E281BB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D80355-3A7A-BBC4-BF3A-FB8BDFCE6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927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2F71D-FA13-9C20-9C29-917426B6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ADC36D-A9E2-8D5A-F49F-562405B3A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AR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7D527A-D214-6A80-77AA-F2E2FDCF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DD2812-533D-EF92-5258-91F1FD49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44F0FD-8A14-809D-96F4-018F81E6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492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3EFBE-571B-D8CC-DBC8-8DA47C8BF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75A336-EF69-F8B7-B18C-5B09AFD23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B7F965-0BF6-3907-A92A-49BEC3DD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CFD7E3-FBCB-782D-225B-1B5CA3C8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2D7919-0165-4039-DEE9-AE3BA345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571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DA47D-B3C7-E5F4-384B-4513EC2D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AE67C4-D9FE-03C9-C264-D11313DAD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6DCB60-3339-EF4F-904F-294DE2399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2A0CCC-2986-8514-B24B-1E730E40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A2DE32-AFBD-6FB3-A3B1-DE3EAEBF4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202BDB-BE94-57D9-1BBF-7F054B3A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85099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C4DDB-9ECE-54A1-2CD5-8B57D74F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42E525-D996-875C-9A89-ACEA37989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D7DF4D-C8F6-867A-470F-52D43692D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DDFB50-00A7-5F65-0DBE-B3F2C941B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9E788FB-C9C8-AD77-BED0-8FC5BCA03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80EE37B-95B4-87B9-D448-37478F58A2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215ED50-8F86-DBC7-7EFE-C4B67441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4BE3478-0B61-9CF7-49EC-A69236CF7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506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45695-132D-E535-0637-F0A35239E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3C559-649E-BEBD-301E-AA9BD38A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A46862-E924-5B06-B335-86A811FAC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747C32-136A-5BAB-562D-C733191F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968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87BD9A-08FE-1AC8-DC45-7F2D3DA9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09EF09-C895-791F-77DD-B7441577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38D325-7FA0-971F-B95A-62BA24D6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7619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F0788-1EE8-A856-22F6-43AFD7C3C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534B7-5FD2-EF63-F307-A566F6D7A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43C5B9-2515-F81C-5504-78F2745CC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A2AA42-6588-AD73-BDFE-43667873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8D81DD-8FE6-0003-842D-9DEF5914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F60E1A-1675-B888-2EEA-BDBC1EE1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9962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92611-E34E-0093-9C93-590E9599A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B5DFB9-21A8-92E6-DAA9-5EA333BF3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B0F8EC-9DA8-A576-5D57-10DDAFB14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A1086F-F6EE-843E-175B-2BF44F81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1D0A84-CBD6-A384-E722-E7DB949E7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39FA62-7D76-F94A-E36B-8ACFA640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9069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2A4B5-F12A-632F-0190-6885E30D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DFB814-E3D4-7A45-C401-FE4CC2D7E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9CB953-9C91-E64B-A3EB-035C39F5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065F91-1A4F-400A-DCCC-0E36E07C9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19F4-16B6-F71F-C3DE-D755BCA5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8784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EE4C46-B81F-53C9-65FE-8868A9B43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9152F0-9720-2EC9-E7F5-D3A49250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5E1C16-687A-A616-C5B4-0C33952E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335D8-5379-47E2-BE3D-43AE58958FFA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69F475-D1CD-D7E3-1909-21C506E1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9534B-1B6A-FF7E-AE72-FA282B09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356EEC-FE99-4119-BAB1-E38D08560A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81078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D073B-1288-E6EE-5488-5849D7DF9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2DAD7E-85E7-6943-5451-FB0BA9F83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2F32FE-E036-5CEA-7393-7A31A046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8F3A66-393B-AA80-4C0A-EA931A1C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D4DDB6-4527-85C4-E29D-C868CD4B8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8434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6D285-7703-6E1A-3B4E-29C97F8FA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7EEDD-8889-CACF-2C3C-EE47387D2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5991A1-A66E-8AA9-E0AF-3C5818E0B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D8C67D-A899-0C94-88BC-280DEDDD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FCF73F-003C-E3CD-DCA4-7EEFE101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523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64A8E-7F3B-A4C1-E59F-C7011342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2DE5D9-164F-C15A-E403-C0CC49E82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E124AC-77A9-ADF7-B173-AA5D95267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FD74C7-20C1-6D0C-FD20-BE13B737C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C6662B-5228-25C4-7184-D6207495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9214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CB499-10F4-270A-14E2-D41F8778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5409EF-2498-C54C-DC46-CA530A319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C90F13-C175-C35C-27D8-87151F99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CD9F90-3AAB-64A8-0F97-064879DEC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C20DB4-FD43-5753-81DF-CA8347FCB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26D6E6-4957-A72E-915A-EAA89515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7592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0CD566-5CFB-1AB9-2A9F-81176200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BA984D-ABF9-A9C5-927B-0C038D2E2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FC8B9F-99BB-6FF2-867F-7195F8F8F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C4E8C1-D2E4-C959-0F12-3E4C37370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260BA89-D5D3-4429-9326-2F6962D70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7C4337-C48C-0E33-1002-5FD33F80D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C722662-0D70-4344-410D-390140A7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05B9B6-73C1-49E3-5096-E64CECB2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7738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05D4A-3908-5616-73C1-D37EB10A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EA85FC-CF43-C15F-D643-6E78F6A3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36C0CF-CB83-A453-B9CD-5805FA01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D6609B-AC7C-8D42-DF6F-2D62191A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9778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F92FF9-D9E0-7E5A-4CEE-DBC5FEDE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D322F9-61C9-3980-7160-7779D2ACA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F2A74D-B091-DCA2-4F81-741B594C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7278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7A641-5A40-B387-0185-068EDFF8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0A4E6A-FCFF-F8F3-9A57-CBB819C3F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9699D2-0D95-08B3-6B96-53F164353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7C9B29-556D-9CCC-7316-D9028908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0DBD4B-423A-FA2C-EBB1-6410B3355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320F8F-A749-7CAC-84E7-D37DC325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40978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95769-D55E-932C-F394-049F0735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74232B-A70F-FCE7-9543-707989B43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D19C8D-440C-9203-2562-026B5389B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C10FD0-A885-DC2A-6C4B-34E4C67C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CFAB1E-D51A-545A-A75F-A15E6EE9E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C723D0-FAD6-D0C0-DDED-3AB87DBF1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66908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947F0-4C9B-D5ED-36B1-5A1EBEF2B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F00478-5AE2-47D2-5A62-74FD626FE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9C8ECA-BEF7-B257-0A11-3906B9DF7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5A0974-150D-D837-3C78-960DF3AA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7F7EA4-5A0B-3599-70DC-C6513FBE2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03407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481026-626E-04B3-ED1B-BC9A746B0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D781D2-1104-B5D6-CE14-104719054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BC0A7A-E06B-275B-B4D6-E4609C56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59A3B-B521-439E-BB5B-9175466BFE67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14CF4E-96B8-6486-6850-771BFE43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636333-C895-9948-139C-3AE2D851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097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1D7048A-18A2-14FA-DD14-7C6411D5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8396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alphaModFix amt="2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57FDFC2-532D-232D-5BF6-39A06713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9324D8-AED6-45FD-68F4-5D842ED69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2142B5-9431-9624-8CEE-A1B615E3B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59A3B-B521-439E-BB5B-9175466BFE67}" type="datetimeFigureOut">
              <a:rPr lang="es-AR" smtClean="0"/>
              <a:t>29/6/2026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4C427-3F9A-069A-E6FD-3D8FFDF2F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61AC9B-E0BF-776E-7073-4E300466F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F0720-6732-454C-969E-3E15B32DE5A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4219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18CDAB-44BA-A10B-9462-435219F53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SQL</a:t>
            </a:r>
            <a:endParaRPr lang="en-US" sz="5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46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7F419-354F-8916-D5E9-FE680962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F3391D6-44A1-D776-60B0-4DDC974A3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37FF16D-DDDF-8EBC-235A-C66679E6D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637762"/>
            <a:ext cx="3423360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  <a:t>Tips</a:t>
            </a:r>
            <a:b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Sin palabras …</a:t>
            </a:r>
            <a:b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sz="30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01D48C-F7DA-FD36-7337-8F0FA2D46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C68CC44-BE06-C13E-1F71-519E92E8F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0811" y="332508"/>
            <a:ext cx="6993013" cy="62179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s-ES" dirty="0">
                <a:latin typeface="Consolas" panose="020B0609020204030204" pitchFamily="49" charset="0"/>
              </a:rPr>
              <a:t>Pero antes unos </a:t>
            </a:r>
            <a:r>
              <a:rPr lang="es-ES" dirty="0" err="1">
                <a:latin typeface="Consolas" panose="020B0609020204030204" pitchFamily="49" charset="0"/>
              </a:rPr>
              <a:t>tips</a:t>
            </a:r>
            <a:r>
              <a:rPr lang="es-ES" dirty="0">
                <a:latin typeface="Consolas" panose="020B0609020204030204" pitchFamily="49" charset="0"/>
              </a:rPr>
              <a:t>:</a:t>
            </a:r>
          </a:p>
          <a:p>
            <a:pPr algn="just"/>
            <a:endParaRPr lang="es-ES" dirty="0">
              <a:latin typeface="Consolas" panose="020B0609020204030204" pitchFamily="49" charset="0"/>
            </a:endParaRPr>
          </a:p>
          <a:p>
            <a:pPr marL="457200" indent="-457200" algn="just">
              <a:buAutoNum type="arabicPeriod"/>
            </a:pPr>
            <a:r>
              <a:rPr lang="es-ES" dirty="0">
                <a:latin typeface="Consolas" panose="020B0609020204030204" pitchFamily="49" charset="0"/>
              </a:rPr>
              <a:t>Usen siempre el ; al final de cada sentencia.</a:t>
            </a:r>
          </a:p>
          <a:p>
            <a:pPr marL="457200" indent="-457200" algn="just">
              <a:buAutoNum type="arabicPeriod"/>
            </a:pPr>
            <a:endParaRPr lang="es-ES" dirty="0">
              <a:latin typeface="Consolas" panose="020B0609020204030204" pitchFamily="49" charset="0"/>
            </a:endParaRPr>
          </a:p>
          <a:p>
            <a:pPr algn="just"/>
            <a:r>
              <a:rPr lang="es-ES" dirty="0">
                <a:latin typeface="Consolas" panose="020B0609020204030204" pitchFamily="49" charset="0"/>
              </a:rPr>
              <a:t>2. Para los UPDATE y DELETE, verifiquen siempre el WHERE antes de ejecutar. ¡Un DELETE sin WHERE borra toda la tabla!</a:t>
            </a:r>
          </a:p>
          <a:p>
            <a:pPr algn="just"/>
            <a:endParaRPr lang="es-ES" dirty="0">
              <a:latin typeface="Consolas" panose="020B0609020204030204" pitchFamily="49" charset="0"/>
            </a:endParaRPr>
          </a:p>
          <a:p>
            <a:pPr algn="just"/>
            <a:r>
              <a:rPr lang="es-ES" dirty="0">
                <a:latin typeface="Consolas" panose="020B0609020204030204" pitchFamily="49" charset="0"/>
              </a:rPr>
              <a:t>3. Pueden usar SELECT * FROM tabla LIMIT 10; para ver los primeros registros y entender qué columnas tienen.</a:t>
            </a:r>
            <a:br>
              <a:rPr lang="es-ES" dirty="0">
                <a:latin typeface="Consolas" panose="020B0609020204030204" pitchFamily="49" charset="0"/>
              </a:rPr>
            </a:br>
            <a:br>
              <a:rPr lang="es-ES" dirty="0">
                <a:latin typeface="Consolas" panose="020B0609020204030204" pitchFamily="49" charset="0"/>
              </a:rPr>
            </a:br>
            <a:r>
              <a:rPr lang="es-ES" dirty="0">
                <a:latin typeface="Consolas" panose="020B0609020204030204" pitchFamily="49" charset="0"/>
              </a:rPr>
              <a:t>Usen MySQL </a:t>
            </a:r>
            <a:r>
              <a:rPr lang="es-ES" dirty="0" err="1">
                <a:latin typeface="Consolas" panose="020B0609020204030204" pitchFamily="49" charset="0"/>
              </a:rPr>
              <a:t>Command</a:t>
            </a:r>
            <a:r>
              <a:rPr lang="es-ES" dirty="0">
                <a:latin typeface="Consolas" panose="020B0609020204030204" pitchFamily="49" charset="0"/>
              </a:rPr>
              <a:t> Line Client para resolver.</a:t>
            </a:r>
          </a:p>
        </p:txBody>
      </p:sp>
    </p:spTree>
    <p:extLst>
      <p:ext uri="{BB962C8B-B14F-4D97-AF65-F5344CB8AC3E}">
        <p14:creationId xmlns:p14="http://schemas.microsoft.com/office/powerpoint/2010/main" val="3495994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ED99D-73EC-4A8F-E69E-2BF7AECE7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3E65BCB-D4E7-701C-B8FD-CF253ED87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9A292EA-7CD5-0794-69D6-BEA692F16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637762"/>
            <a:ext cx="3423360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  <a:t>Lectura y </a:t>
            </a:r>
            <a:r>
              <a:rPr lang="en-US" sz="3000" dirty="0" err="1">
                <a:solidFill>
                  <a:schemeClr val="bg1"/>
                </a:solidFill>
                <a:latin typeface="Consolas" panose="020B0609020204030204" pitchFamily="49" charset="0"/>
              </a:rPr>
              <a:t>Exploración</a:t>
            </a:r>
            <a: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  <a:t> (SELECT)</a:t>
            </a:r>
            <a:b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Antes, debemos saber qué hay</a:t>
            </a:r>
            <a:b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sz="30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5C4FE6-79DD-DF54-5070-316C2ADD6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D563AB09-D83A-FB59-2792-4E49FC42C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0811" y="332508"/>
            <a:ext cx="6993013" cy="6217921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A: </a:t>
            </a:r>
            <a:r>
              <a:rPr lang="es-ES" dirty="0" err="1">
                <a:latin typeface="Consolas" panose="020B0609020204030204" pitchFamily="49" charset="0"/>
              </a:rPr>
              <a:t>Listá</a:t>
            </a:r>
            <a:r>
              <a:rPr lang="es-ES" dirty="0">
                <a:latin typeface="Consolas" panose="020B0609020204030204" pitchFamily="49" charset="0"/>
              </a:rPr>
              <a:t> todos los repuestos que tienen un stock menor a 5 unidades. Solo </a:t>
            </a:r>
            <a:r>
              <a:rPr lang="es-ES" dirty="0" err="1">
                <a:latin typeface="Consolas" panose="020B0609020204030204" pitchFamily="49" charset="0"/>
              </a:rPr>
              <a:t>mostrá</a:t>
            </a:r>
            <a:r>
              <a:rPr lang="es-ES" dirty="0">
                <a:latin typeface="Consolas" panose="020B0609020204030204" pitchFamily="49" charset="0"/>
              </a:rPr>
              <a:t> el nombre y el stock. Ordénalos por precio del más caro al más barato.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B: </a:t>
            </a:r>
            <a:r>
              <a:rPr lang="es-ES" dirty="0" err="1">
                <a:latin typeface="Consolas" panose="020B0609020204030204" pitchFamily="49" charset="0"/>
              </a:rPr>
              <a:t>Buscá</a:t>
            </a:r>
            <a:r>
              <a:rPr lang="es-ES" dirty="0">
                <a:latin typeface="Consolas" panose="020B0609020204030204" pitchFamily="49" charset="0"/>
              </a:rPr>
              <a:t> en la tabla cliente a todas las personas cuyo apellido sea "</a:t>
            </a:r>
            <a:r>
              <a:rPr lang="es-ES" dirty="0" err="1">
                <a:latin typeface="Consolas" panose="020B0609020204030204" pitchFamily="49" charset="0"/>
              </a:rPr>
              <a:t>Perez</a:t>
            </a:r>
            <a:r>
              <a:rPr lang="es-ES" dirty="0">
                <a:latin typeface="Consolas" panose="020B0609020204030204" pitchFamily="49" charset="0"/>
              </a:rPr>
              <a:t>" (o cualquier apellido que sepas que existe) y solo </a:t>
            </a:r>
            <a:r>
              <a:rPr lang="es-ES" dirty="0" err="1">
                <a:latin typeface="Consolas" panose="020B0609020204030204" pitchFamily="49" charset="0"/>
              </a:rPr>
              <a:t>mostrá</a:t>
            </a:r>
            <a:r>
              <a:rPr lang="es-ES" dirty="0">
                <a:latin typeface="Consolas" panose="020B0609020204030204" pitchFamily="49" charset="0"/>
              </a:rPr>
              <a:t> el apellido.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C: </a:t>
            </a:r>
            <a:r>
              <a:rPr lang="es-ES" dirty="0" err="1">
                <a:latin typeface="Consolas" panose="020B0609020204030204" pitchFamily="49" charset="0"/>
              </a:rPr>
              <a:t>Listá</a:t>
            </a:r>
            <a:r>
              <a:rPr lang="es-ES" dirty="0">
                <a:latin typeface="Consolas" panose="020B0609020204030204" pitchFamily="49" charset="0"/>
              </a:rPr>
              <a:t> todos los problemas registrados que tengan un costo de mano de obra superior a $5000.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D: </a:t>
            </a:r>
            <a:r>
              <a:rPr lang="es-ES" dirty="0" err="1">
                <a:latin typeface="Consolas" panose="020B0609020204030204" pitchFamily="49" charset="0"/>
              </a:rPr>
              <a:t>Listá</a:t>
            </a:r>
            <a:r>
              <a:rPr lang="es-ES" dirty="0">
                <a:latin typeface="Consolas" panose="020B0609020204030204" pitchFamily="49" charset="0"/>
              </a:rPr>
              <a:t>, ordenados alfabéticamente,  todos los tipos de equipo distintos.</a:t>
            </a:r>
          </a:p>
        </p:txBody>
      </p:sp>
    </p:spTree>
    <p:extLst>
      <p:ext uri="{BB962C8B-B14F-4D97-AF65-F5344CB8AC3E}">
        <p14:creationId xmlns:p14="http://schemas.microsoft.com/office/powerpoint/2010/main" val="211361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75267B-18FE-B97C-F662-6BCDD8D1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836F8D9-2531-A551-F189-617224010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9565C24-F520-577D-7511-B73773144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637762"/>
            <a:ext cx="3423360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  <a:t>Lectura y </a:t>
            </a:r>
            <a:r>
              <a:rPr lang="en-US" sz="3000" dirty="0" err="1">
                <a:solidFill>
                  <a:schemeClr val="bg1"/>
                </a:solidFill>
                <a:latin typeface="Consolas" panose="020B0609020204030204" pitchFamily="49" charset="0"/>
              </a:rPr>
              <a:t>Exploración</a:t>
            </a:r>
            <a: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  <a:t> (SELECT)</a:t>
            </a:r>
            <a:b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y siguen…</a:t>
            </a:r>
            <a:b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sz="30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C44897-936E-BEDA-B206-9C778F992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0D2885D4-1404-9D34-7A1F-C561DB8AB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0811" y="332508"/>
            <a:ext cx="6993013" cy="62179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E: </a:t>
            </a:r>
            <a:r>
              <a:rPr lang="es-ES" dirty="0" err="1">
                <a:latin typeface="Consolas" panose="020B0609020204030204" pitchFamily="49" charset="0"/>
              </a:rPr>
              <a:t>Listá</a:t>
            </a:r>
            <a:r>
              <a:rPr lang="es-ES" dirty="0">
                <a:latin typeface="Consolas" panose="020B0609020204030204" pitchFamily="49" charset="0"/>
              </a:rPr>
              <a:t> los problemas cuya mano de obra esté entre $2000 y $8000.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Resolver con dos estrategias distintas</a:t>
            </a:r>
          </a:p>
          <a:p>
            <a:pPr algn="just"/>
            <a:endParaRPr lang="es-ES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F: ¿Qué consulta realizarías para determinar qué órdenes de servicio todavía no fueron entregadas?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Resolver con dos estrategias distintas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s-ES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G: </a:t>
            </a:r>
            <a:r>
              <a:rPr lang="es-ES" dirty="0" err="1">
                <a:latin typeface="Consolas" panose="020B0609020204030204" pitchFamily="49" charset="0"/>
              </a:rPr>
              <a:t>Listá</a:t>
            </a:r>
            <a:r>
              <a:rPr lang="es-ES" dirty="0">
                <a:latin typeface="Consolas" panose="020B0609020204030204" pitchFamily="49" charset="0"/>
              </a:rPr>
              <a:t> los equipos que sean de las marcas con ID 1, 3 o 5.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Resolver con dos estrategias distintas</a:t>
            </a:r>
          </a:p>
        </p:txBody>
      </p:sp>
    </p:spTree>
    <p:extLst>
      <p:ext uri="{BB962C8B-B14F-4D97-AF65-F5344CB8AC3E}">
        <p14:creationId xmlns:p14="http://schemas.microsoft.com/office/powerpoint/2010/main" val="2759038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6076E-AB3E-E1DE-0905-1B66FEDA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5D42E38-6794-FB51-C3DC-0BE2770BD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6184D4D-9CF0-8D7C-2F06-32847F073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637762"/>
            <a:ext cx="3423360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000" dirty="0" err="1">
                <a:solidFill>
                  <a:schemeClr val="bg1"/>
                </a:solidFill>
                <a:latin typeface="Consolas" panose="020B0609020204030204" pitchFamily="49" charset="0"/>
              </a:rPr>
              <a:t>Inserción</a:t>
            </a:r>
            <a: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  <a:t> de Datos (INSERT)</a:t>
            </a:r>
            <a:b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El negocio crece y llegan nuevas cosas</a:t>
            </a:r>
            <a:b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sz="30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1B2307-89E0-E94F-E488-B00ED1A7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D1F3A5C-C3CA-78D7-D174-17AD76CB1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0811" y="332508"/>
            <a:ext cx="6993013" cy="62179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H: </a:t>
            </a:r>
            <a:r>
              <a:rPr lang="es-ES" dirty="0" err="1">
                <a:latin typeface="Consolas" panose="020B0609020204030204" pitchFamily="49" charset="0"/>
              </a:rPr>
              <a:t>Agregá</a:t>
            </a:r>
            <a:r>
              <a:rPr lang="es-ES" dirty="0">
                <a:latin typeface="Consolas" panose="020B0609020204030204" pitchFamily="49" charset="0"/>
              </a:rPr>
              <a:t> un nuevo repuesto: "Modulo Pantalla Samsung A54", con un stock inicial de 10 y un precio unitario de $15000.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I: </a:t>
            </a:r>
            <a:r>
              <a:rPr lang="es-ES" dirty="0" err="1">
                <a:latin typeface="Consolas" panose="020B0609020204030204" pitchFamily="49" charset="0"/>
              </a:rPr>
              <a:t>Registrá</a:t>
            </a:r>
            <a:r>
              <a:rPr lang="es-ES" dirty="0">
                <a:latin typeface="Consolas" panose="020B0609020204030204" pitchFamily="49" charset="0"/>
              </a:rPr>
              <a:t> una nueva marca en la tabla marca llamada “LG”.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J: </a:t>
            </a:r>
            <a:r>
              <a:rPr lang="es-ES" dirty="0" err="1">
                <a:latin typeface="Consolas" panose="020B0609020204030204" pitchFamily="49" charset="0"/>
              </a:rPr>
              <a:t>Creá</a:t>
            </a:r>
            <a:r>
              <a:rPr lang="es-ES" dirty="0">
                <a:latin typeface="Consolas" panose="020B0609020204030204" pitchFamily="49" charset="0"/>
              </a:rPr>
              <a:t> una nueva Orden de Servicio a nombre de “Carlos López” (</a:t>
            </a:r>
            <a:r>
              <a:rPr lang="es-ES" dirty="0" err="1">
                <a:latin typeface="Consolas" panose="020B0609020204030204" pitchFamily="49" charset="0"/>
              </a:rPr>
              <a:t>Tené</a:t>
            </a:r>
            <a:r>
              <a:rPr lang="es-ES" dirty="0">
                <a:latin typeface="Consolas" panose="020B0609020204030204" pitchFamily="49" charset="0"/>
              </a:rPr>
              <a:t> en cuenta que la fecha de ingreso debe ser la de hoy y el estado “Pendiente”.</a:t>
            </a:r>
          </a:p>
        </p:txBody>
      </p:sp>
    </p:spTree>
    <p:extLst>
      <p:ext uri="{BB962C8B-B14F-4D97-AF65-F5344CB8AC3E}">
        <p14:creationId xmlns:p14="http://schemas.microsoft.com/office/powerpoint/2010/main" val="3556244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09AC6-D5A3-A4C6-9C29-4FF9CC595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6ABF9B8-6A32-C84B-CF41-40B961EF9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C4C5B6D-D3A8-9D2D-2198-4A17D6C84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319" y="637762"/>
            <a:ext cx="356380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000" dirty="0" err="1">
                <a:solidFill>
                  <a:schemeClr val="bg1"/>
                </a:solidFill>
                <a:latin typeface="Consolas" panose="020B0609020204030204" pitchFamily="49" charset="0"/>
              </a:rPr>
              <a:t>Actualización</a:t>
            </a:r>
            <a: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  <a:t> de Datos (UPDATE)</a:t>
            </a:r>
            <a:b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Los precios suben y el stock se mueve</a:t>
            </a:r>
            <a:b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sz="30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BA3A1F-73DB-38C4-A439-C9E4A4A65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22CDA71F-1209-0F16-965F-4B8621857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0811" y="332508"/>
            <a:ext cx="6993013" cy="62179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H: Debido a la inflación, </a:t>
            </a:r>
            <a:r>
              <a:rPr lang="es-ES" dirty="0" err="1">
                <a:latin typeface="Consolas" panose="020B0609020204030204" pitchFamily="49" charset="0"/>
              </a:rPr>
              <a:t>aumentá</a:t>
            </a:r>
            <a:r>
              <a:rPr lang="es-ES" dirty="0">
                <a:latin typeface="Consolas" panose="020B0609020204030204" pitchFamily="49" charset="0"/>
              </a:rPr>
              <a:t> un 10% el </a:t>
            </a:r>
            <a:r>
              <a:rPr lang="es-ES" dirty="0" err="1">
                <a:latin typeface="Consolas" panose="020B0609020204030204" pitchFamily="49" charset="0"/>
              </a:rPr>
              <a:t>precio_unitario</a:t>
            </a:r>
            <a:r>
              <a:rPr lang="es-ES" dirty="0">
                <a:latin typeface="Consolas" panose="020B0609020204030204" pitchFamily="49" charset="0"/>
              </a:rPr>
              <a:t> de todos los repuestos.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Consolas" panose="020B0609020204030204" pitchFamily="49" charset="0"/>
              </a:rPr>
              <a:t>Pista: SET </a:t>
            </a:r>
            <a:r>
              <a:rPr lang="es-ES" sz="1600" dirty="0" err="1">
                <a:latin typeface="Consolas" panose="020B0609020204030204" pitchFamily="49" charset="0"/>
              </a:rPr>
              <a:t>precio_unitario</a:t>
            </a:r>
            <a:r>
              <a:rPr lang="es-ES" sz="1600" dirty="0">
                <a:latin typeface="Consolas" panose="020B0609020204030204" pitchFamily="49" charset="0"/>
              </a:rPr>
              <a:t> = </a:t>
            </a:r>
            <a:r>
              <a:rPr lang="es-ES" sz="1600" dirty="0" err="1">
                <a:latin typeface="Consolas" panose="020B0609020204030204" pitchFamily="49" charset="0"/>
              </a:rPr>
              <a:t>precio_unitario</a:t>
            </a:r>
            <a:r>
              <a:rPr lang="es-ES" sz="1600" dirty="0">
                <a:latin typeface="Consolas" panose="020B0609020204030204" pitchFamily="49" charset="0"/>
              </a:rPr>
              <a:t> * 1.10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s-ES" sz="1600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L: Como el anterior, pero solo quiero modificar los repuestos donde el nombre contenga la palabra “Módulo”.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M: El cliente con </a:t>
            </a:r>
            <a:r>
              <a:rPr lang="es-ES" dirty="0" err="1">
                <a:latin typeface="Consolas" panose="020B0609020204030204" pitchFamily="49" charset="0"/>
              </a:rPr>
              <a:t>id_cliente</a:t>
            </a:r>
            <a:r>
              <a:rPr lang="es-ES" dirty="0">
                <a:latin typeface="Consolas" panose="020B0609020204030204" pitchFamily="49" charset="0"/>
              </a:rPr>
              <a:t> = 1 está mal registrado; corrige su nombre a “Juan Carlos”. </a:t>
            </a:r>
            <a:r>
              <a:rPr lang="es-ES" dirty="0" err="1">
                <a:latin typeface="Consolas" panose="020B0609020204030204" pitchFamily="49" charset="0"/>
              </a:rPr>
              <a:t>Actualizalo</a:t>
            </a:r>
            <a:r>
              <a:rPr lang="es-ES" dirty="0">
                <a:latin typeface="Consolas" panose="020B0609020204030204" pitchFamily="49" charset="0"/>
              </a:rPr>
              <a:t> en la tabla correspondiente.</a:t>
            </a:r>
          </a:p>
        </p:txBody>
      </p:sp>
    </p:spTree>
    <p:extLst>
      <p:ext uri="{BB962C8B-B14F-4D97-AF65-F5344CB8AC3E}">
        <p14:creationId xmlns:p14="http://schemas.microsoft.com/office/powerpoint/2010/main" val="240417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AE2B8-8DA6-0151-0278-FB6E01243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340FEC1-63C5-31D0-1744-A04CBB3BC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BB46862-A7F9-0B14-5B8B-9437BD27B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319" y="637762"/>
            <a:ext cx="356380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Borrado de Datos (DELETE)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… y Restricciones de Integridad</a:t>
            </a:r>
            <a:b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sz="30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768632-E94B-EE06-4113-E2D9FA8EB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E8F2323D-4742-DC73-45DC-C47B470AC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0811" y="332508"/>
            <a:ext cx="6993013" cy="62179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N: Elimina la marca anteriormente creada (“LG”).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Ñ: Elimina el cliente con </a:t>
            </a:r>
            <a:r>
              <a:rPr lang="es-ES" dirty="0" err="1">
                <a:latin typeface="Consolas" panose="020B0609020204030204" pitchFamily="49" charset="0"/>
              </a:rPr>
              <a:t>id_cliente</a:t>
            </a:r>
            <a:r>
              <a:rPr lang="es-ES" dirty="0">
                <a:latin typeface="Consolas" panose="020B0609020204030204" pitchFamily="49" charset="0"/>
              </a:rPr>
              <a:t> = 1.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1300" dirty="0">
                <a:latin typeface="Consolas" panose="020B0609020204030204" pitchFamily="49" charset="0"/>
              </a:rPr>
              <a:t>¿Por qué falló el borrado?</a:t>
            </a:r>
          </a:p>
        </p:txBody>
      </p:sp>
    </p:spTree>
    <p:extLst>
      <p:ext uri="{BB962C8B-B14F-4D97-AF65-F5344CB8AC3E}">
        <p14:creationId xmlns:p14="http://schemas.microsoft.com/office/powerpoint/2010/main" val="2178384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E224F-5FC2-B108-2983-95E5DF29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8858509-005B-8D17-0F08-F29F09210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8A1AE961-0BFA-9EC1-6282-E8F346315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319" y="637762"/>
            <a:ext cx="356380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  <a:t>Navegación de Datos (LIMIT y Paginación)</a:t>
            </a:r>
            <a:br>
              <a:rPr lang="es-E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s-ES" sz="1400" dirty="0">
                <a:solidFill>
                  <a:schemeClr val="bg1"/>
                </a:solidFill>
                <a:latin typeface="Consolas" panose="020B0609020204030204" pitchFamily="49" charset="0"/>
              </a:rPr>
              <a:t>Cuando tenemos muchos datos, necesitamos mostrarlos en "páginas" para no saturar al usuario.</a:t>
            </a:r>
            <a:br>
              <a:rPr lang="en-US" sz="30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sz="3000" kern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534803-8984-F6CD-ECE9-2E7AB4DF7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44C5F09-1EF6-2277-5822-FC2BC045B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0811" y="332508"/>
            <a:ext cx="6993013" cy="6217921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O (La primera página): </a:t>
            </a:r>
            <a:r>
              <a:rPr lang="es-ES" dirty="0" err="1">
                <a:latin typeface="Consolas" panose="020B0609020204030204" pitchFamily="49" charset="0"/>
              </a:rPr>
              <a:t>Imaginá</a:t>
            </a:r>
            <a:r>
              <a:rPr lang="es-ES" dirty="0">
                <a:latin typeface="Consolas" panose="020B0609020204030204" pitchFamily="49" charset="0"/>
              </a:rPr>
              <a:t> que en el sistema de "El Chip" queremos mostrar los repuestos de a 2 por vez. Escribí una consulta que devuelva los primeros 2 repuestos de la tabla, ordenados alfabéticamente por nombre.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1700" dirty="0">
                <a:latin typeface="Consolas" panose="020B0609020204030204" pitchFamily="49" charset="0"/>
              </a:rPr>
              <a:t>Pista: </a:t>
            </a:r>
            <a:r>
              <a:rPr lang="es-ES" sz="1700" dirty="0" err="1">
                <a:latin typeface="Consolas" panose="020B0609020204030204" pitchFamily="49" charset="0"/>
              </a:rPr>
              <a:t>Usá</a:t>
            </a:r>
            <a:r>
              <a:rPr lang="es-ES" sz="1700" dirty="0">
                <a:latin typeface="Consolas" panose="020B0609020204030204" pitchFamily="49" charset="0"/>
              </a:rPr>
              <a:t> ORDER BY nombre ASC LIMIT 2.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latin typeface="Consolas" panose="020B0609020204030204" pitchFamily="49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Desafío P (Simulando la Página 2): Ahora necesitamos ver los siguientes 2 repuestos (del 3 al 4). Para esto, debemos decirle al motor que se "saltee" los primeros 5 y tome los 5 siguientes.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1700" dirty="0">
                <a:latin typeface="Consolas" panose="020B0609020204030204" pitchFamily="49" charset="0"/>
              </a:rPr>
              <a:t>Consulta: SELECT * FROM repuesto ORDER BY nombre ASC LIMIT 5 OFFSET 5;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ES" sz="1700" dirty="0">
                <a:latin typeface="Consolas" panose="020B0609020204030204" pitchFamily="49" charset="0"/>
              </a:rPr>
              <a:t>(En MySQL también </a:t>
            </a:r>
            <a:r>
              <a:rPr lang="es-ES" sz="1700" dirty="0" err="1">
                <a:latin typeface="Consolas" panose="020B0609020204030204" pitchFamily="49" charset="0"/>
              </a:rPr>
              <a:t>podés</a:t>
            </a:r>
            <a:r>
              <a:rPr lang="es-ES" sz="1700" dirty="0">
                <a:latin typeface="Consolas" panose="020B0609020204030204" pitchFamily="49" charset="0"/>
              </a:rPr>
              <a:t> usar la sintaxis abreviada: LIMIT 5, 5 donde el primer número es cuántos saltar y el segundo cuántos traer).</a:t>
            </a:r>
          </a:p>
        </p:txBody>
      </p:sp>
    </p:spTree>
    <p:extLst>
      <p:ext uri="{BB962C8B-B14F-4D97-AF65-F5344CB8AC3E}">
        <p14:creationId xmlns:p14="http://schemas.microsoft.com/office/powerpoint/2010/main" val="1237978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418C3-2B00-0280-BB4A-D16EF2140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ACAC4C0-8758-845B-07A4-E60A75415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CC8ABE-0194-C6AD-547D-7E58FC9C0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F779A946-DDD2-3F1A-EC01-8A74A325A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3321" y="464024"/>
            <a:ext cx="6783878" cy="59367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ES" sz="1800" i="1" dirty="0"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06707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725</Words>
  <Application>Microsoft Office PowerPoint</Application>
  <PresentationFormat>Panorámica</PresentationFormat>
  <Paragraphs>66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Tema de Office</vt:lpstr>
      <vt:lpstr>Diseño personalizado</vt:lpstr>
      <vt:lpstr>SQL</vt:lpstr>
      <vt:lpstr>Tips Sin palabras … </vt:lpstr>
      <vt:lpstr>Lectura y Exploración (SELECT) Antes, debemos saber qué hay </vt:lpstr>
      <vt:lpstr>Lectura y Exploración (SELECT) y siguen… </vt:lpstr>
      <vt:lpstr>Inserción de Datos (INSERT) El negocio crece y llegan nuevas cosas </vt:lpstr>
      <vt:lpstr>Actualización de Datos (UPDATE) Los precios suben y el stock se mueve </vt:lpstr>
      <vt:lpstr>Borrado de Datos (DELETE) … y Restricciones de Integridad </vt:lpstr>
      <vt:lpstr>Navegación de Datos (LIMIT y Paginación) Cuando tenemos muchos datos, necesitamos mostrarlos en "páginas" para no saturar al usuario.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Cass</dc:creator>
  <cp:lastModifiedBy>Diego Cass</cp:lastModifiedBy>
  <cp:revision>4</cp:revision>
  <dcterms:created xsi:type="dcterms:W3CDTF">2026-03-18T23:13:34Z</dcterms:created>
  <dcterms:modified xsi:type="dcterms:W3CDTF">2026-06-29T10:58:27Z</dcterms:modified>
</cp:coreProperties>
</file>